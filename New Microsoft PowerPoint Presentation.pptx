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5" r:id="rId3"/>
    <p:sldId id="266" r:id="rId4"/>
    <p:sldId id="267" r:id="rId5"/>
    <p:sldId id="257" r:id="rId6"/>
    <p:sldId id="258" r:id="rId7"/>
    <p:sldId id="259" r:id="rId8"/>
    <p:sldId id="260" r:id="rId9"/>
    <p:sldId id="263" r:id="rId10"/>
    <p:sldId id="261" r:id="rId11"/>
    <p:sldId id="262" r:id="rId12"/>
    <p:sldId id="26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82FDB1-5EC1-4BC8-AF3F-46B9565E67D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07516A8-03BD-440D-B6F0-6EDDF58F9A98}">
      <dgm:prSet phldrT="[Text]" phldr="0"/>
      <dgm:spPr/>
      <dgm:t>
        <a:bodyPr/>
        <a:lstStyle/>
        <a:p>
          <a:r>
            <a:rPr lang="en-US" dirty="0"/>
            <a:t>OBSERVATION</a:t>
          </a:r>
        </a:p>
      </dgm:t>
    </dgm:pt>
    <dgm:pt modelId="{03B22388-0A92-44D1-A526-4160EA7E8B16}" type="parTrans" cxnId="{C177472B-B008-43EA-824B-75F7B42C306C}">
      <dgm:prSet/>
      <dgm:spPr/>
      <dgm:t>
        <a:bodyPr/>
        <a:lstStyle/>
        <a:p>
          <a:endParaRPr lang="en-US"/>
        </a:p>
      </dgm:t>
    </dgm:pt>
    <dgm:pt modelId="{47F9D6D9-BDFE-432E-B67C-B2838C3BA49C}" type="sibTrans" cxnId="{C177472B-B008-43EA-824B-75F7B42C306C}">
      <dgm:prSet/>
      <dgm:spPr/>
      <dgm:t>
        <a:bodyPr/>
        <a:lstStyle/>
        <a:p>
          <a:endParaRPr lang="en-US"/>
        </a:p>
      </dgm:t>
    </dgm:pt>
    <dgm:pt modelId="{84590C9D-EF0F-4401-AAE1-261D61EA95D2}">
      <dgm:prSet phldrT="[Text]"/>
      <dgm:spPr/>
      <dgm:t>
        <a:bodyPr/>
        <a:lstStyle/>
        <a:p>
          <a:pPr>
            <a:buNone/>
          </a:pPr>
          <a:r>
            <a:rPr lang="en-US" b="1" dirty="0"/>
            <a:t>Odisha</a:t>
          </a:r>
          <a:r>
            <a:rPr lang="en-US" dirty="0"/>
            <a:t> recorded the highest number of accidents in this dataset.</a:t>
          </a:r>
        </a:p>
      </dgm:t>
    </dgm:pt>
    <dgm:pt modelId="{EE4A4E68-E3BD-43AD-98E9-56A52FB4E078}" type="parTrans" cxnId="{43CA6FC7-12FB-4EE2-AB61-EC8695E3C873}">
      <dgm:prSet/>
      <dgm:spPr/>
      <dgm:t>
        <a:bodyPr/>
        <a:lstStyle/>
        <a:p>
          <a:endParaRPr lang="en-US"/>
        </a:p>
      </dgm:t>
    </dgm:pt>
    <dgm:pt modelId="{DAFB8DBC-479D-4A95-B762-51EAA193BA61}" type="sibTrans" cxnId="{43CA6FC7-12FB-4EE2-AB61-EC8695E3C873}">
      <dgm:prSet/>
      <dgm:spPr/>
      <dgm:t>
        <a:bodyPr/>
        <a:lstStyle/>
        <a:p>
          <a:endParaRPr lang="en-US"/>
        </a:p>
      </dgm:t>
    </dgm:pt>
    <dgm:pt modelId="{07C18426-F171-409E-B5C9-0C3BC7B58C8A}">
      <dgm:prSet phldrT="[Text]"/>
      <dgm:spPr/>
      <dgm:t>
        <a:bodyPr/>
        <a:lstStyle/>
        <a:p>
          <a:pPr>
            <a:buNone/>
          </a:pPr>
          <a:r>
            <a:rPr lang="en-US" b="1" dirty="0"/>
            <a:t>Sikkim</a:t>
          </a:r>
          <a:r>
            <a:rPr lang="en-US" dirty="0"/>
            <a:t> and </a:t>
          </a:r>
          <a:r>
            <a:rPr lang="en-US" b="1" dirty="0"/>
            <a:t>West Bengal</a:t>
          </a:r>
          <a:r>
            <a:rPr lang="en-US" dirty="0"/>
            <a:t> also have relatively high accident counts</a:t>
          </a:r>
        </a:p>
      </dgm:t>
    </dgm:pt>
    <dgm:pt modelId="{DEBDE927-F473-483D-966F-6C9D8C3FEAC3}" type="parTrans" cxnId="{EE7736EC-EDBA-4F93-8547-2612A9652ECF}">
      <dgm:prSet/>
      <dgm:spPr/>
      <dgm:t>
        <a:bodyPr/>
        <a:lstStyle/>
        <a:p>
          <a:endParaRPr lang="en-US"/>
        </a:p>
      </dgm:t>
    </dgm:pt>
    <dgm:pt modelId="{CB3B7133-3245-4A75-A534-4165C6B61D37}" type="sibTrans" cxnId="{EE7736EC-EDBA-4F93-8547-2612A9652ECF}">
      <dgm:prSet/>
      <dgm:spPr/>
      <dgm:t>
        <a:bodyPr/>
        <a:lstStyle/>
        <a:p>
          <a:endParaRPr lang="en-US"/>
        </a:p>
      </dgm:t>
    </dgm:pt>
    <dgm:pt modelId="{7BA0535F-005B-4962-A9F8-3BCFA70EA15E}">
      <dgm:prSet phldrT="[Text]"/>
      <dgm:spPr/>
      <dgm:t>
        <a:bodyPr/>
        <a:lstStyle/>
        <a:p>
          <a:pPr>
            <a:buNone/>
          </a:pPr>
          <a:r>
            <a:rPr lang="en-US" b="1" dirty="0"/>
            <a:t>Telangana</a:t>
          </a:r>
          <a:r>
            <a:rPr lang="en-US" dirty="0"/>
            <a:t> recorded the lowest number of accidents among the states shown in the graph.</a:t>
          </a:r>
        </a:p>
      </dgm:t>
    </dgm:pt>
    <dgm:pt modelId="{3BD665FF-453E-45DE-928B-9A7A32CBB6E8}" type="parTrans" cxnId="{C0C80C7D-7F19-447A-BC0B-2A58B5321D42}">
      <dgm:prSet/>
      <dgm:spPr/>
      <dgm:t>
        <a:bodyPr/>
        <a:lstStyle/>
        <a:p>
          <a:endParaRPr lang="en-US"/>
        </a:p>
      </dgm:t>
    </dgm:pt>
    <dgm:pt modelId="{CF4CFE24-23CD-4E11-AC96-549B1338EAEB}" type="sibTrans" cxnId="{C0C80C7D-7F19-447A-BC0B-2A58B5321D42}">
      <dgm:prSet/>
      <dgm:spPr/>
      <dgm:t>
        <a:bodyPr/>
        <a:lstStyle/>
        <a:p>
          <a:endParaRPr lang="en-US"/>
        </a:p>
      </dgm:t>
    </dgm:pt>
    <dgm:pt modelId="{85104FCA-B86D-49E7-A3CA-B3CF8FB9A381}" type="pres">
      <dgm:prSet presAssocID="{F982FDB1-5EC1-4BC8-AF3F-46B9565E67DD}" presName="vert0" presStyleCnt="0">
        <dgm:presLayoutVars>
          <dgm:dir/>
          <dgm:animOne val="branch"/>
          <dgm:animLvl val="lvl"/>
        </dgm:presLayoutVars>
      </dgm:prSet>
      <dgm:spPr/>
    </dgm:pt>
    <dgm:pt modelId="{F8D56A15-A5BC-4822-89DC-7812E417597F}" type="pres">
      <dgm:prSet presAssocID="{907516A8-03BD-440D-B6F0-6EDDF58F9A98}" presName="thickLine" presStyleLbl="alignNode1" presStyleIdx="0" presStyleCnt="1"/>
      <dgm:spPr/>
    </dgm:pt>
    <dgm:pt modelId="{B23028DE-4B04-4C62-9051-B2AC0ACE5087}" type="pres">
      <dgm:prSet presAssocID="{907516A8-03BD-440D-B6F0-6EDDF58F9A98}" presName="horz1" presStyleCnt="0"/>
      <dgm:spPr/>
    </dgm:pt>
    <dgm:pt modelId="{5732495F-C543-403F-8884-9079F154B802}" type="pres">
      <dgm:prSet presAssocID="{907516A8-03BD-440D-B6F0-6EDDF58F9A98}" presName="tx1" presStyleLbl="revTx" presStyleIdx="0" presStyleCnt="4"/>
      <dgm:spPr/>
    </dgm:pt>
    <dgm:pt modelId="{DE93B066-D6A1-452D-93AB-73F9761156C7}" type="pres">
      <dgm:prSet presAssocID="{907516A8-03BD-440D-B6F0-6EDDF58F9A98}" presName="vert1" presStyleCnt="0"/>
      <dgm:spPr/>
    </dgm:pt>
    <dgm:pt modelId="{36339CA8-C9FA-4BFC-A4B4-24124D3D63DC}" type="pres">
      <dgm:prSet presAssocID="{84590C9D-EF0F-4401-AAE1-261D61EA95D2}" presName="vertSpace2a" presStyleCnt="0"/>
      <dgm:spPr/>
    </dgm:pt>
    <dgm:pt modelId="{DDB499C4-E108-424B-BB40-EE92B632E0E3}" type="pres">
      <dgm:prSet presAssocID="{84590C9D-EF0F-4401-AAE1-261D61EA95D2}" presName="horz2" presStyleCnt="0"/>
      <dgm:spPr/>
    </dgm:pt>
    <dgm:pt modelId="{317A4896-A2ED-484A-944B-08F3B02C81D6}" type="pres">
      <dgm:prSet presAssocID="{84590C9D-EF0F-4401-AAE1-261D61EA95D2}" presName="horzSpace2" presStyleCnt="0"/>
      <dgm:spPr/>
    </dgm:pt>
    <dgm:pt modelId="{4E00D2DC-D9AC-4CC0-AA00-F57857719184}" type="pres">
      <dgm:prSet presAssocID="{84590C9D-EF0F-4401-AAE1-261D61EA95D2}" presName="tx2" presStyleLbl="revTx" presStyleIdx="1" presStyleCnt="4"/>
      <dgm:spPr/>
    </dgm:pt>
    <dgm:pt modelId="{A10767F0-F0BE-4B81-83E2-5C550C91CCA4}" type="pres">
      <dgm:prSet presAssocID="{84590C9D-EF0F-4401-AAE1-261D61EA95D2}" presName="vert2" presStyleCnt="0"/>
      <dgm:spPr/>
    </dgm:pt>
    <dgm:pt modelId="{7947E442-E0BD-40A6-985D-6DB78C61588F}" type="pres">
      <dgm:prSet presAssocID="{84590C9D-EF0F-4401-AAE1-261D61EA95D2}" presName="thinLine2b" presStyleLbl="callout" presStyleIdx="0" presStyleCnt="3"/>
      <dgm:spPr/>
    </dgm:pt>
    <dgm:pt modelId="{7435F9C6-CA08-4B39-A587-F6CC557E4E2B}" type="pres">
      <dgm:prSet presAssocID="{84590C9D-EF0F-4401-AAE1-261D61EA95D2}" presName="vertSpace2b" presStyleCnt="0"/>
      <dgm:spPr/>
    </dgm:pt>
    <dgm:pt modelId="{D51E54B3-8906-407D-938E-707AFE8D0853}" type="pres">
      <dgm:prSet presAssocID="{07C18426-F171-409E-B5C9-0C3BC7B58C8A}" presName="horz2" presStyleCnt="0"/>
      <dgm:spPr/>
    </dgm:pt>
    <dgm:pt modelId="{028D90C2-592E-4E0F-AFFD-3A718432B26E}" type="pres">
      <dgm:prSet presAssocID="{07C18426-F171-409E-B5C9-0C3BC7B58C8A}" presName="horzSpace2" presStyleCnt="0"/>
      <dgm:spPr/>
    </dgm:pt>
    <dgm:pt modelId="{880B23F0-B21E-4A09-8C35-B93B6EF07095}" type="pres">
      <dgm:prSet presAssocID="{07C18426-F171-409E-B5C9-0C3BC7B58C8A}" presName="tx2" presStyleLbl="revTx" presStyleIdx="2" presStyleCnt="4"/>
      <dgm:spPr/>
    </dgm:pt>
    <dgm:pt modelId="{07B3AC42-3E3F-4A62-8568-4D21D11A36C3}" type="pres">
      <dgm:prSet presAssocID="{07C18426-F171-409E-B5C9-0C3BC7B58C8A}" presName="vert2" presStyleCnt="0"/>
      <dgm:spPr/>
    </dgm:pt>
    <dgm:pt modelId="{0D8F719B-0C80-441D-A4C2-E171EBC434FD}" type="pres">
      <dgm:prSet presAssocID="{07C18426-F171-409E-B5C9-0C3BC7B58C8A}" presName="thinLine2b" presStyleLbl="callout" presStyleIdx="1" presStyleCnt="3"/>
      <dgm:spPr/>
    </dgm:pt>
    <dgm:pt modelId="{8BBF00DD-6BEB-4B2E-AC57-A3AEDA6D1325}" type="pres">
      <dgm:prSet presAssocID="{07C18426-F171-409E-B5C9-0C3BC7B58C8A}" presName="vertSpace2b" presStyleCnt="0"/>
      <dgm:spPr/>
    </dgm:pt>
    <dgm:pt modelId="{86EB76BA-AA30-4F7C-BD77-77028FD12AD5}" type="pres">
      <dgm:prSet presAssocID="{7BA0535F-005B-4962-A9F8-3BCFA70EA15E}" presName="horz2" presStyleCnt="0"/>
      <dgm:spPr/>
    </dgm:pt>
    <dgm:pt modelId="{8EEB45C5-8CCD-4A97-B5E4-F31AF041CDEC}" type="pres">
      <dgm:prSet presAssocID="{7BA0535F-005B-4962-A9F8-3BCFA70EA15E}" presName="horzSpace2" presStyleCnt="0"/>
      <dgm:spPr/>
    </dgm:pt>
    <dgm:pt modelId="{70B2C554-9C00-4460-97D4-FF2F0AEAAA89}" type="pres">
      <dgm:prSet presAssocID="{7BA0535F-005B-4962-A9F8-3BCFA70EA15E}" presName="tx2" presStyleLbl="revTx" presStyleIdx="3" presStyleCnt="4"/>
      <dgm:spPr/>
    </dgm:pt>
    <dgm:pt modelId="{CCD88D4D-DED9-4FF2-9196-EF295C4D11AA}" type="pres">
      <dgm:prSet presAssocID="{7BA0535F-005B-4962-A9F8-3BCFA70EA15E}" presName="vert2" presStyleCnt="0"/>
      <dgm:spPr/>
    </dgm:pt>
    <dgm:pt modelId="{AE66A9A4-D2E3-4E8C-89E2-D8CE8B2E2597}" type="pres">
      <dgm:prSet presAssocID="{7BA0535F-005B-4962-A9F8-3BCFA70EA15E}" presName="thinLine2b" presStyleLbl="callout" presStyleIdx="2" presStyleCnt="3"/>
      <dgm:spPr/>
    </dgm:pt>
    <dgm:pt modelId="{95B71D12-764C-4D6C-A17B-2275C0AEC013}" type="pres">
      <dgm:prSet presAssocID="{7BA0535F-005B-4962-A9F8-3BCFA70EA15E}" presName="vertSpace2b" presStyleCnt="0"/>
      <dgm:spPr/>
    </dgm:pt>
  </dgm:ptLst>
  <dgm:cxnLst>
    <dgm:cxn modelId="{E6241103-5F33-4718-BE01-CE085BCCEB90}" type="presOf" srcId="{907516A8-03BD-440D-B6F0-6EDDF58F9A98}" destId="{5732495F-C543-403F-8884-9079F154B802}" srcOrd="0" destOrd="0" presId="urn:microsoft.com/office/officeart/2008/layout/LinedList"/>
    <dgm:cxn modelId="{ADBB0F08-B91F-4645-B4DA-191D0E29D80C}" type="presOf" srcId="{07C18426-F171-409E-B5C9-0C3BC7B58C8A}" destId="{880B23F0-B21E-4A09-8C35-B93B6EF07095}" srcOrd="0" destOrd="0" presId="urn:microsoft.com/office/officeart/2008/layout/LinedList"/>
    <dgm:cxn modelId="{58A0F10D-B2B5-49E1-96D1-0C695636DCB0}" type="presOf" srcId="{7BA0535F-005B-4962-A9F8-3BCFA70EA15E}" destId="{70B2C554-9C00-4460-97D4-FF2F0AEAAA89}" srcOrd="0" destOrd="0" presId="urn:microsoft.com/office/officeart/2008/layout/LinedList"/>
    <dgm:cxn modelId="{63ACB715-F04C-4E77-B8C8-3EA6BBAAA998}" type="presOf" srcId="{84590C9D-EF0F-4401-AAE1-261D61EA95D2}" destId="{4E00D2DC-D9AC-4CC0-AA00-F57857719184}" srcOrd="0" destOrd="0" presId="urn:microsoft.com/office/officeart/2008/layout/LinedList"/>
    <dgm:cxn modelId="{C177472B-B008-43EA-824B-75F7B42C306C}" srcId="{F982FDB1-5EC1-4BC8-AF3F-46B9565E67DD}" destId="{907516A8-03BD-440D-B6F0-6EDDF58F9A98}" srcOrd="0" destOrd="0" parTransId="{03B22388-0A92-44D1-A526-4160EA7E8B16}" sibTransId="{47F9D6D9-BDFE-432E-B67C-B2838C3BA49C}"/>
    <dgm:cxn modelId="{C0C80C7D-7F19-447A-BC0B-2A58B5321D42}" srcId="{907516A8-03BD-440D-B6F0-6EDDF58F9A98}" destId="{7BA0535F-005B-4962-A9F8-3BCFA70EA15E}" srcOrd="2" destOrd="0" parTransId="{3BD665FF-453E-45DE-928B-9A7A32CBB6E8}" sibTransId="{CF4CFE24-23CD-4E11-AC96-549B1338EAEB}"/>
    <dgm:cxn modelId="{43CA6FC7-12FB-4EE2-AB61-EC8695E3C873}" srcId="{907516A8-03BD-440D-B6F0-6EDDF58F9A98}" destId="{84590C9D-EF0F-4401-AAE1-261D61EA95D2}" srcOrd="0" destOrd="0" parTransId="{EE4A4E68-E3BD-43AD-98E9-56A52FB4E078}" sibTransId="{DAFB8DBC-479D-4A95-B762-51EAA193BA61}"/>
    <dgm:cxn modelId="{06F360D3-A0DA-48BB-972C-EA429F1317AE}" type="presOf" srcId="{F982FDB1-5EC1-4BC8-AF3F-46B9565E67DD}" destId="{85104FCA-B86D-49E7-A3CA-B3CF8FB9A381}" srcOrd="0" destOrd="0" presId="urn:microsoft.com/office/officeart/2008/layout/LinedList"/>
    <dgm:cxn modelId="{EE7736EC-EDBA-4F93-8547-2612A9652ECF}" srcId="{907516A8-03BD-440D-B6F0-6EDDF58F9A98}" destId="{07C18426-F171-409E-B5C9-0C3BC7B58C8A}" srcOrd="1" destOrd="0" parTransId="{DEBDE927-F473-483D-966F-6C9D8C3FEAC3}" sibTransId="{CB3B7133-3245-4A75-A534-4165C6B61D37}"/>
    <dgm:cxn modelId="{D6BF152B-1039-49E9-B7A1-4686164107E4}" type="presParOf" srcId="{85104FCA-B86D-49E7-A3CA-B3CF8FB9A381}" destId="{F8D56A15-A5BC-4822-89DC-7812E417597F}" srcOrd="0" destOrd="0" presId="urn:microsoft.com/office/officeart/2008/layout/LinedList"/>
    <dgm:cxn modelId="{3E2502F6-CE65-4D1F-B3B0-8D2A437540F1}" type="presParOf" srcId="{85104FCA-B86D-49E7-A3CA-B3CF8FB9A381}" destId="{B23028DE-4B04-4C62-9051-B2AC0ACE5087}" srcOrd="1" destOrd="0" presId="urn:microsoft.com/office/officeart/2008/layout/LinedList"/>
    <dgm:cxn modelId="{28620F95-2795-4529-A9FE-90297133E8E4}" type="presParOf" srcId="{B23028DE-4B04-4C62-9051-B2AC0ACE5087}" destId="{5732495F-C543-403F-8884-9079F154B802}" srcOrd="0" destOrd="0" presId="urn:microsoft.com/office/officeart/2008/layout/LinedList"/>
    <dgm:cxn modelId="{DA5113E6-4F90-42BF-B6B4-606747825F7B}" type="presParOf" srcId="{B23028DE-4B04-4C62-9051-B2AC0ACE5087}" destId="{DE93B066-D6A1-452D-93AB-73F9761156C7}" srcOrd="1" destOrd="0" presId="urn:microsoft.com/office/officeart/2008/layout/LinedList"/>
    <dgm:cxn modelId="{806F538F-BC69-4ADD-9736-14E160F8E917}" type="presParOf" srcId="{DE93B066-D6A1-452D-93AB-73F9761156C7}" destId="{36339CA8-C9FA-4BFC-A4B4-24124D3D63DC}" srcOrd="0" destOrd="0" presId="urn:microsoft.com/office/officeart/2008/layout/LinedList"/>
    <dgm:cxn modelId="{6066B4BC-07E2-4C42-BBAC-D57A7BDD4F4B}" type="presParOf" srcId="{DE93B066-D6A1-452D-93AB-73F9761156C7}" destId="{DDB499C4-E108-424B-BB40-EE92B632E0E3}" srcOrd="1" destOrd="0" presId="urn:microsoft.com/office/officeart/2008/layout/LinedList"/>
    <dgm:cxn modelId="{293B8E00-162E-4ABE-A7D0-FDB1AD03FA82}" type="presParOf" srcId="{DDB499C4-E108-424B-BB40-EE92B632E0E3}" destId="{317A4896-A2ED-484A-944B-08F3B02C81D6}" srcOrd="0" destOrd="0" presId="urn:microsoft.com/office/officeart/2008/layout/LinedList"/>
    <dgm:cxn modelId="{DA126BEC-DE14-4A61-B06E-630F80C66147}" type="presParOf" srcId="{DDB499C4-E108-424B-BB40-EE92B632E0E3}" destId="{4E00D2DC-D9AC-4CC0-AA00-F57857719184}" srcOrd="1" destOrd="0" presId="urn:microsoft.com/office/officeart/2008/layout/LinedList"/>
    <dgm:cxn modelId="{775F1443-4844-4ABE-A8F8-D4320AC4E0F3}" type="presParOf" srcId="{DDB499C4-E108-424B-BB40-EE92B632E0E3}" destId="{A10767F0-F0BE-4B81-83E2-5C550C91CCA4}" srcOrd="2" destOrd="0" presId="urn:microsoft.com/office/officeart/2008/layout/LinedList"/>
    <dgm:cxn modelId="{851E39B2-22D6-4B13-8852-6B9B36BFE269}" type="presParOf" srcId="{DE93B066-D6A1-452D-93AB-73F9761156C7}" destId="{7947E442-E0BD-40A6-985D-6DB78C61588F}" srcOrd="2" destOrd="0" presId="urn:microsoft.com/office/officeart/2008/layout/LinedList"/>
    <dgm:cxn modelId="{290A40C0-0EA1-4D90-A3DB-DFAC2017E176}" type="presParOf" srcId="{DE93B066-D6A1-452D-93AB-73F9761156C7}" destId="{7435F9C6-CA08-4B39-A587-F6CC557E4E2B}" srcOrd="3" destOrd="0" presId="urn:microsoft.com/office/officeart/2008/layout/LinedList"/>
    <dgm:cxn modelId="{7046310E-5529-45EA-81D5-2560EB6D4267}" type="presParOf" srcId="{DE93B066-D6A1-452D-93AB-73F9761156C7}" destId="{D51E54B3-8906-407D-938E-707AFE8D0853}" srcOrd="4" destOrd="0" presId="urn:microsoft.com/office/officeart/2008/layout/LinedList"/>
    <dgm:cxn modelId="{27726226-C953-4B38-B729-D4029B8A3C58}" type="presParOf" srcId="{D51E54B3-8906-407D-938E-707AFE8D0853}" destId="{028D90C2-592E-4E0F-AFFD-3A718432B26E}" srcOrd="0" destOrd="0" presId="urn:microsoft.com/office/officeart/2008/layout/LinedList"/>
    <dgm:cxn modelId="{AD8E0BB8-76A7-4E32-A1A7-9540FD0E500A}" type="presParOf" srcId="{D51E54B3-8906-407D-938E-707AFE8D0853}" destId="{880B23F0-B21E-4A09-8C35-B93B6EF07095}" srcOrd="1" destOrd="0" presId="urn:microsoft.com/office/officeart/2008/layout/LinedList"/>
    <dgm:cxn modelId="{8F96B830-ABFF-4CF4-BD16-7CF1D8E50A51}" type="presParOf" srcId="{D51E54B3-8906-407D-938E-707AFE8D0853}" destId="{07B3AC42-3E3F-4A62-8568-4D21D11A36C3}" srcOrd="2" destOrd="0" presId="urn:microsoft.com/office/officeart/2008/layout/LinedList"/>
    <dgm:cxn modelId="{613F2159-6623-40C8-A19C-4DE5296A7747}" type="presParOf" srcId="{DE93B066-D6A1-452D-93AB-73F9761156C7}" destId="{0D8F719B-0C80-441D-A4C2-E171EBC434FD}" srcOrd="5" destOrd="0" presId="urn:microsoft.com/office/officeart/2008/layout/LinedList"/>
    <dgm:cxn modelId="{0A6ACCFE-F031-4845-9F56-AF0650A22A5A}" type="presParOf" srcId="{DE93B066-D6A1-452D-93AB-73F9761156C7}" destId="{8BBF00DD-6BEB-4B2E-AC57-A3AEDA6D1325}" srcOrd="6" destOrd="0" presId="urn:microsoft.com/office/officeart/2008/layout/LinedList"/>
    <dgm:cxn modelId="{A925DB06-6AA1-4D8B-8F62-86DC1C80B1A9}" type="presParOf" srcId="{DE93B066-D6A1-452D-93AB-73F9761156C7}" destId="{86EB76BA-AA30-4F7C-BD77-77028FD12AD5}" srcOrd="7" destOrd="0" presId="urn:microsoft.com/office/officeart/2008/layout/LinedList"/>
    <dgm:cxn modelId="{18EFB7AA-511D-44C6-91D4-16141639B6C2}" type="presParOf" srcId="{86EB76BA-AA30-4F7C-BD77-77028FD12AD5}" destId="{8EEB45C5-8CCD-4A97-B5E4-F31AF041CDEC}" srcOrd="0" destOrd="0" presId="urn:microsoft.com/office/officeart/2008/layout/LinedList"/>
    <dgm:cxn modelId="{9FFD205E-8C9A-4E4E-88CA-7DAA7B34CD30}" type="presParOf" srcId="{86EB76BA-AA30-4F7C-BD77-77028FD12AD5}" destId="{70B2C554-9C00-4460-97D4-FF2F0AEAAA89}" srcOrd="1" destOrd="0" presId="urn:microsoft.com/office/officeart/2008/layout/LinedList"/>
    <dgm:cxn modelId="{845894DF-5AFE-4219-99A0-34F7F343B57D}" type="presParOf" srcId="{86EB76BA-AA30-4F7C-BD77-77028FD12AD5}" destId="{CCD88D4D-DED9-4FF2-9196-EF295C4D11AA}" srcOrd="2" destOrd="0" presId="urn:microsoft.com/office/officeart/2008/layout/LinedList"/>
    <dgm:cxn modelId="{E054F7A9-01EE-4470-A92D-DA0C22DDC59D}" type="presParOf" srcId="{DE93B066-D6A1-452D-93AB-73F9761156C7}" destId="{AE66A9A4-D2E3-4E8C-89E2-D8CE8B2E2597}" srcOrd="8" destOrd="0" presId="urn:microsoft.com/office/officeart/2008/layout/LinedList"/>
    <dgm:cxn modelId="{CA69547D-41AF-48FF-9E30-15382342196D}" type="presParOf" srcId="{DE93B066-D6A1-452D-93AB-73F9761156C7}" destId="{95B71D12-764C-4D6C-A17B-2275C0AEC013}"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930D63-6703-44C0-958A-5336D03D341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3D081D3-7B92-475A-BE7D-BD236F770D40}">
      <dgm:prSet phldrT="[Text]" phldr="0"/>
      <dgm:spPr/>
      <dgm:t>
        <a:bodyPr/>
        <a:lstStyle/>
        <a:p>
          <a:r>
            <a:rPr lang="en-US" dirty="0"/>
            <a:t>Observation</a:t>
          </a:r>
        </a:p>
      </dgm:t>
    </dgm:pt>
    <dgm:pt modelId="{C3F43187-6972-4256-A425-79C50DAC8B8E}" type="parTrans" cxnId="{D16FD971-DBDD-4C16-A4C1-C1E51E13330E}">
      <dgm:prSet/>
      <dgm:spPr/>
      <dgm:t>
        <a:bodyPr/>
        <a:lstStyle/>
        <a:p>
          <a:endParaRPr lang="en-US"/>
        </a:p>
      </dgm:t>
    </dgm:pt>
    <dgm:pt modelId="{E39E3CCC-3127-479C-A11F-66BDE74BBA45}" type="sibTrans" cxnId="{D16FD971-DBDD-4C16-A4C1-C1E51E13330E}">
      <dgm:prSet/>
      <dgm:spPr/>
      <dgm:t>
        <a:bodyPr/>
        <a:lstStyle/>
        <a:p>
          <a:endParaRPr lang="en-US"/>
        </a:p>
      </dgm:t>
    </dgm:pt>
    <dgm:pt modelId="{681C362D-F04F-4760-9DB2-FD828537F5FA}">
      <dgm:prSet phldrT="[Text]"/>
      <dgm:spPr/>
      <dgm:t>
        <a:bodyPr/>
        <a:lstStyle/>
        <a:p>
          <a:pPr>
            <a:buNone/>
          </a:pPr>
          <a:r>
            <a:rPr lang="en-US" b="1" dirty="0"/>
            <a:t>Two-Wheelers account for 626 accidents (36.82%)</a:t>
          </a:r>
          <a:r>
            <a:rPr lang="en-US" dirty="0"/>
            <a:t>, the highest among all vehicle types.</a:t>
          </a:r>
        </a:p>
      </dgm:t>
    </dgm:pt>
    <dgm:pt modelId="{5DFC5578-BC5A-44ED-A231-B0B5DBA58210}" type="parTrans" cxnId="{8714BB0C-E89E-4DB6-9025-212C0ABEBEF5}">
      <dgm:prSet/>
      <dgm:spPr/>
      <dgm:t>
        <a:bodyPr/>
        <a:lstStyle/>
        <a:p>
          <a:endParaRPr lang="en-US"/>
        </a:p>
      </dgm:t>
    </dgm:pt>
    <dgm:pt modelId="{5405B088-D5A5-4E97-AA9A-8185B0F72B84}" type="sibTrans" cxnId="{8714BB0C-E89E-4DB6-9025-212C0ABEBEF5}">
      <dgm:prSet/>
      <dgm:spPr/>
      <dgm:t>
        <a:bodyPr/>
        <a:lstStyle/>
        <a:p>
          <a:endParaRPr lang="en-US"/>
        </a:p>
      </dgm:t>
    </dgm:pt>
    <dgm:pt modelId="{45379886-B66B-4EEB-ABC1-5521AF2DD57F}">
      <dgm:prSet phldrT="[Text]"/>
      <dgm:spPr/>
      <dgm:t>
        <a:bodyPr/>
        <a:lstStyle/>
        <a:p>
          <a:pPr>
            <a:buNone/>
          </a:pPr>
          <a:r>
            <a:rPr lang="en-US" dirty="0"/>
            <a:t>Cars/Sedans contribute 408 accidents (24%). </a:t>
          </a:r>
        </a:p>
      </dgm:t>
    </dgm:pt>
    <dgm:pt modelId="{B019C8E9-5394-401B-B4DB-DB8F86D7BD3D}" type="parTrans" cxnId="{E2F22AB5-1083-4445-A51D-20E868CC374E}">
      <dgm:prSet/>
      <dgm:spPr/>
      <dgm:t>
        <a:bodyPr/>
        <a:lstStyle/>
        <a:p>
          <a:endParaRPr lang="en-US"/>
        </a:p>
      </dgm:t>
    </dgm:pt>
    <dgm:pt modelId="{1F70755C-6E08-4EE3-9E13-846FF8BDC8A5}" type="sibTrans" cxnId="{E2F22AB5-1083-4445-A51D-20E868CC374E}">
      <dgm:prSet/>
      <dgm:spPr/>
      <dgm:t>
        <a:bodyPr/>
        <a:lstStyle/>
        <a:p>
          <a:endParaRPr lang="en-US"/>
        </a:p>
      </dgm:t>
    </dgm:pt>
    <dgm:pt modelId="{81CF9B00-CE58-4765-9CC2-A99D30EA337F}">
      <dgm:prSet phldrT="[Text]"/>
      <dgm:spPr/>
      <dgm:t>
        <a:bodyPr/>
        <a:lstStyle/>
        <a:p>
          <a:pPr>
            <a:buNone/>
          </a:pPr>
          <a:r>
            <a:rPr lang="en-US" dirty="0"/>
            <a:t>Trucks/Commercial vehicles contribute 221 accidents (13%). </a:t>
          </a:r>
        </a:p>
      </dgm:t>
    </dgm:pt>
    <dgm:pt modelId="{84C3B514-A652-46A0-8ADF-EEEDB86DBD85}" type="parTrans" cxnId="{ABB65ED8-1E60-4B5F-BC09-54BDF9695A63}">
      <dgm:prSet/>
      <dgm:spPr/>
      <dgm:t>
        <a:bodyPr/>
        <a:lstStyle/>
        <a:p>
          <a:endParaRPr lang="en-US"/>
        </a:p>
      </dgm:t>
    </dgm:pt>
    <dgm:pt modelId="{38F9774E-11D3-4F8C-AB03-FC643B16E732}" type="sibTrans" cxnId="{ABB65ED8-1E60-4B5F-BC09-54BDF9695A63}">
      <dgm:prSet/>
      <dgm:spPr/>
      <dgm:t>
        <a:bodyPr/>
        <a:lstStyle/>
        <a:p>
          <a:endParaRPr lang="en-US"/>
        </a:p>
      </dgm:t>
    </dgm:pt>
    <dgm:pt modelId="{2AB46312-3A53-4780-A8AB-6C7A20290111}">
      <dgm:prSet phldrT="[Text]"/>
      <dgm:spPr/>
      <dgm:t>
        <a:bodyPr/>
        <a:lstStyle/>
        <a:p>
          <a:pPr>
            <a:buNone/>
          </a:pPr>
          <a:r>
            <a:rPr lang="en-US"/>
            <a:t>SUVs account for 234 accidents (13.7%).</a:t>
          </a:r>
          <a:endParaRPr lang="en-US" dirty="0"/>
        </a:p>
      </dgm:t>
    </dgm:pt>
    <dgm:pt modelId="{A98A876C-A372-4C70-BCD1-81BE225792F7}" type="parTrans" cxnId="{3FC68A81-5EAE-43B4-B5FE-8BE0EB187760}">
      <dgm:prSet/>
      <dgm:spPr/>
      <dgm:t>
        <a:bodyPr/>
        <a:lstStyle/>
        <a:p>
          <a:endParaRPr lang="en-US"/>
        </a:p>
      </dgm:t>
    </dgm:pt>
    <dgm:pt modelId="{1EB0FAC9-84D6-4B84-93DD-33876530C50C}" type="sibTrans" cxnId="{3FC68A81-5EAE-43B4-B5FE-8BE0EB187760}">
      <dgm:prSet/>
      <dgm:spPr/>
      <dgm:t>
        <a:bodyPr/>
        <a:lstStyle/>
        <a:p>
          <a:endParaRPr lang="en-US"/>
        </a:p>
      </dgm:t>
    </dgm:pt>
    <dgm:pt modelId="{FEA26A14-65B2-462A-BCC7-89FB96A035AE}">
      <dgm:prSet phldrT="[Text]"/>
      <dgm:spPr/>
      <dgm:t>
        <a:bodyPr/>
        <a:lstStyle/>
        <a:p>
          <a:pPr>
            <a:buNone/>
          </a:pPr>
          <a:r>
            <a:rPr lang="en-US"/>
            <a:t>Buses and Auto Rickshaws have comparatively fewer accidents.</a:t>
          </a:r>
          <a:endParaRPr lang="en-US" dirty="0"/>
        </a:p>
      </dgm:t>
    </dgm:pt>
    <dgm:pt modelId="{71DF7840-4029-436D-B65A-023E0E210EBA}" type="parTrans" cxnId="{96A9BDE3-027C-429C-AD09-92AA039D1EA6}">
      <dgm:prSet/>
      <dgm:spPr/>
      <dgm:t>
        <a:bodyPr/>
        <a:lstStyle/>
        <a:p>
          <a:endParaRPr lang="en-US"/>
        </a:p>
      </dgm:t>
    </dgm:pt>
    <dgm:pt modelId="{0A942B9D-1F9D-475E-AF3E-E54D963A4941}" type="sibTrans" cxnId="{96A9BDE3-027C-429C-AD09-92AA039D1EA6}">
      <dgm:prSet/>
      <dgm:spPr/>
      <dgm:t>
        <a:bodyPr/>
        <a:lstStyle/>
        <a:p>
          <a:endParaRPr lang="en-US"/>
        </a:p>
      </dgm:t>
    </dgm:pt>
    <dgm:pt modelId="{C42EDD70-774A-41C1-9352-90F14CCC2893}" type="pres">
      <dgm:prSet presAssocID="{EF930D63-6703-44C0-958A-5336D03D3415}" presName="vert0" presStyleCnt="0">
        <dgm:presLayoutVars>
          <dgm:dir/>
          <dgm:animOne val="branch"/>
          <dgm:animLvl val="lvl"/>
        </dgm:presLayoutVars>
      </dgm:prSet>
      <dgm:spPr/>
    </dgm:pt>
    <dgm:pt modelId="{6F10D653-09CF-4D88-B789-BB5E53F6CAC3}" type="pres">
      <dgm:prSet presAssocID="{13D081D3-7B92-475A-BE7D-BD236F770D40}" presName="thickLine" presStyleLbl="alignNode1" presStyleIdx="0" presStyleCnt="1"/>
      <dgm:spPr/>
    </dgm:pt>
    <dgm:pt modelId="{570798C3-4491-4BE9-BD72-31BA3C0C3222}" type="pres">
      <dgm:prSet presAssocID="{13D081D3-7B92-475A-BE7D-BD236F770D40}" presName="horz1" presStyleCnt="0"/>
      <dgm:spPr/>
    </dgm:pt>
    <dgm:pt modelId="{D770C9AD-D2C5-4840-919C-54F536E6287A}" type="pres">
      <dgm:prSet presAssocID="{13D081D3-7B92-475A-BE7D-BD236F770D40}" presName="tx1" presStyleLbl="revTx" presStyleIdx="0" presStyleCnt="6"/>
      <dgm:spPr/>
    </dgm:pt>
    <dgm:pt modelId="{D4A267F6-C514-4FBF-B993-CDD3C1301B6C}" type="pres">
      <dgm:prSet presAssocID="{13D081D3-7B92-475A-BE7D-BD236F770D40}" presName="vert1" presStyleCnt="0"/>
      <dgm:spPr/>
    </dgm:pt>
    <dgm:pt modelId="{25FD40B5-47D2-4E36-A58B-8327FD921FE1}" type="pres">
      <dgm:prSet presAssocID="{681C362D-F04F-4760-9DB2-FD828537F5FA}" presName="vertSpace2a" presStyleCnt="0"/>
      <dgm:spPr/>
    </dgm:pt>
    <dgm:pt modelId="{83E1863B-8A57-48E1-9B7A-EA66162474D8}" type="pres">
      <dgm:prSet presAssocID="{681C362D-F04F-4760-9DB2-FD828537F5FA}" presName="horz2" presStyleCnt="0"/>
      <dgm:spPr/>
    </dgm:pt>
    <dgm:pt modelId="{F601F636-8BF4-4CD9-9B89-DAAC3A0421F7}" type="pres">
      <dgm:prSet presAssocID="{681C362D-F04F-4760-9DB2-FD828537F5FA}" presName="horzSpace2" presStyleCnt="0"/>
      <dgm:spPr/>
    </dgm:pt>
    <dgm:pt modelId="{F5657587-8D43-4E20-8D8D-3F6B18B932C2}" type="pres">
      <dgm:prSet presAssocID="{681C362D-F04F-4760-9DB2-FD828537F5FA}" presName="tx2" presStyleLbl="revTx" presStyleIdx="1" presStyleCnt="6"/>
      <dgm:spPr/>
    </dgm:pt>
    <dgm:pt modelId="{061EC80E-E970-4E0D-90D8-2FCF61D6435A}" type="pres">
      <dgm:prSet presAssocID="{681C362D-F04F-4760-9DB2-FD828537F5FA}" presName="vert2" presStyleCnt="0"/>
      <dgm:spPr/>
    </dgm:pt>
    <dgm:pt modelId="{FF5D4787-67E5-46E2-97F2-7CC6C380F326}" type="pres">
      <dgm:prSet presAssocID="{681C362D-F04F-4760-9DB2-FD828537F5FA}" presName="thinLine2b" presStyleLbl="callout" presStyleIdx="0" presStyleCnt="5"/>
      <dgm:spPr/>
    </dgm:pt>
    <dgm:pt modelId="{C7BA412E-C8E2-4D12-B51A-061CCD2E92AA}" type="pres">
      <dgm:prSet presAssocID="{681C362D-F04F-4760-9DB2-FD828537F5FA}" presName="vertSpace2b" presStyleCnt="0"/>
      <dgm:spPr/>
    </dgm:pt>
    <dgm:pt modelId="{E4E5F635-2414-4447-BC1B-5A826DED230D}" type="pres">
      <dgm:prSet presAssocID="{45379886-B66B-4EEB-ABC1-5521AF2DD57F}" presName="horz2" presStyleCnt="0"/>
      <dgm:spPr/>
    </dgm:pt>
    <dgm:pt modelId="{BC431B4F-3238-4DAD-BB31-38EFE2963040}" type="pres">
      <dgm:prSet presAssocID="{45379886-B66B-4EEB-ABC1-5521AF2DD57F}" presName="horzSpace2" presStyleCnt="0"/>
      <dgm:spPr/>
    </dgm:pt>
    <dgm:pt modelId="{3F13161A-462E-453D-95A9-5C92B80DE151}" type="pres">
      <dgm:prSet presAssocID="{45379886-B66B-4EEB-ABC1-5521AF2DD57F}" presName="tx2" presStyleLbl="revTx" presStyleIdx="2" presStyleCnt="6"/>
      <dgm:spPr/>
    </dgm:pt>
    <dgm:pt modelId="{1AE02BD0-1426-4AAA-9CD8-EF07DCB63A72}" type="pres">
      <dgm:prSet presAssocID="{45379886-B66B-4EEB-ABC1-5521AF2DD57F}" presName="vert2" presStyleCnt="0"/>
      <dgm:spPr/>
    </dgm:pt>
    <dgm:pt modelId="{AD1CB842-D563-41B8-9E8D-23571363A5EB}" type="pres">
      <dgm:prSet presAssocID="{45379886-B66B-4EEB-ABC1-5521AF2DD57F}" presName="thinLine2b" presStyleLbl="callout" presStyleIdx="1" presStyleCnt="5"/>
      <dgm:spPr/>
    </dgm:pt>
    <dgm:pt modelId="{E5FEFC55-D024-441B-8045-13E7C3270962}" type="pres">
      <dgm:prSet presAssocID="{45379886-B66B-4EEB-ABC1-5521AF2DD57F}" presName="vertSpace2b" presStyleCnt="0"/>
      <dgm:spPr/>
    </dgm:pt>
    <dgm:pt modelId="{8438D655-B605-45A8-8FC6-B1E61218A99F}" type="pres">
      <dgm:prSet presAssocID="{2AB46312-3A53-4780-A8AB-6C7A20290111}" presName="horz2" presStyleCnt="0"/>
      <dgm:spPr/>
    </dgm:pt>
    <dgm:pt modelId="{F492DE9E-AE90-4C89-BE9C-1F0EC8998216}" type="pres">
      <dgm:prSet presAssocID="{2AB46312-3A53-4780-A8AB-6C7A20290111}" presName="horzSpace2" presStyleCnt="0"/>
      <dgm:spPr/>
    </dgm:pt>
    <dgm:pt modelId="{1F71A0F6-FABC-44A1-95B0-D081801D2823}" type="pres">
      <dgm:prSet presAssocID="{2AB46312-3A53-4780-A8AB-6C7A20290111}" presName="tx2" presStyleLbl="revTx" presStyleIdx="3" presStyleCnt="6"/>
      <dgm:spPr/>
    </dgm:pt>
    <dgm:pt modelId="{C8C527C9-257A-47C2-914D-A9E70BC98D33}" type="pres">
      <dgm:prSet presAssocID="{2AB46312-3A53-4780-A8AB-6C7A20290111}" presName="vert2" presStyleCnt="0"/>
      <dgm:spPr/>
    </dgm:pt>
    <dgm:pt modelId="{8AA00268-70E9-40B1-81CB-0B7ADBF53F94}" type="pres">
      <dgm:prSet presAssocID="{2AB46312-3A53-4780-A8AB-6C7A20290111}" presName="thinLine2b" presStyleLbl="callout" presStyleIdx="2" presStyleCnt="5"/>
      <dgm:spPr/>
    </dgm:pt>
    <dgm:pt modelId="{2A7B8947-3076-4F5B-80C0-9B78AE8C838C}" type="pres">
      <dgm:prSet presAssocID="{2AB46312-3A53-4780-A8AB-6C7A20290111}" presName="vertSpace2b" presStyleCnt="0"/>
      <dgm:spPr/>
    </dgm:pt>
    <dgm:pt modelId="{D3D49D1B-6F09-4F92-9EFD-086C6E3BDA03}" type="pres">
      <dgm:prSet presAssocID="{81CF9B00-CE58-4765-9CC2-A99D30EA337F}" presName="horz2" presStyleCnt="0"/>
      <dgm:spPr/>
    </dgm:pt>
    <dgm:pt modelId="{D83C0389-5989-4A50-A0DA-31971891D3E4}" type="pres">
      <dgm:prSet presAssocID="{81CF9B00-CE58-4765-9CC2-A99D30EA337F}" presName="horzSpace2" presStyleCnt="0"/>
      <dgm:spPr/>
    </dgm:pt>
    <dgm:pt modelId="{E4EEAF14-AF06-481C-B3E2-96838357749E}" type="pres">
      <dgm:prSet presAssocID="{81CF9B00-CE58-4765-9CC2-A99D30EA337F}" presName="tx2" presStyleLbl="revTx" presStyleIdx="4" presStyleCnt="6"/>
      <dgm:spPr/>
    </dgm:pt>
    <dgm:pt modelId="{6016D5AD-BA7D-4E60-8A46-F2AF38AC1349}" type="pres">
      <dgm:prSet presAssocID="{81CF9B00-CE58-4765-9CC2-A99D30EA337F}" presName="vert2" presStyleCnt="0"/>
      <dgm:spPr/>
    </dgm:pt>
    <dgm:pt modelId="{BA6309F1-79CF-4DC4-B1CC-450246D0A386}" type="pres">
      <dgm:prSet presAssocID="{81CF9B00-CE58-4765-9CC2-A99D30EA337F}" presName="thinLine2b" presStyleLbl="callout" presStyleIdx="3" presStyleCnt="5"/>
      <dgm:spPr/>
    </dgm:pt>
    <dgm:pt modelId="{D56BFFEA-6267-4EBD-9ED3-FB04C7AA64DB}" type="pres">
      <dgm:prSet presAssocID="{81CF9B00-CE58-4765-9CC2-A99D30EA337F}" presName="vertSpace2b" presStyleCnt="0"/>
      <dgm:spPr/>
    </dgm:pt>
    <dgm:pt modelId="{46EE7669-E931-4F3D-984E-790BFB60DD83}" type="pres">
      <dgm:prSet presAssocID="{FEA26A14-65B2-462A-BCC7-89FB96A035AE}" presName="horz2" presStyleCnt="0"/>
      <dgm:spPr/>
    </dgm:pt>
    <dgm:pt modelId="{5D76D35C-3A6B-45FF-B555-C400F98BFB59}" type="pres">
      <dgm:prSet presAssocID="{FEA26A14-65B2-462A-BCC7-89FB96A035AE}" presName="horzSpace2" presStyleCnt="0"/>
      <dgm:spPr/>
    </dgm:pt>
    <dgm:pt modelId="{D6196D75-44F5-4CFD-AFD7-37C26B9BC554}" type="pres">
      <dgm:prSet presAssocID="{FEA26A14-65B2-462A-BCC7-89FB96A035AE}" presName="tx2" presStyleLbl="revTx" presStyleIdx="5" presStyleCnt="6"/>
      <dgm:spPr/>
    </dgm:pt>
    <dgm:pt modelId="{2E9780BC-AF02-4E37-B163-E19AFF5C7783}" type="pres">
      <dgm:prSet presAssocID="{FEA26A14-65B2-462A-BCC7-89FB96A035AE}" presName="vert2" presStyleCnt="0"/>
      <dgm:spPr/>
    </dgm:pt>
    <dgm:pt modelId="{C7B0C7D6-90C2-4FEC-B640-211A5BB4B170}" type="pres">
      <dgm:prSet presAssocID="{FEA26A14-65B2-462A-BCC7-89FB96A035AE}" presName="thinLine2b" presStyleLbl="callout" presStyleIdx="4" presStyleCnt="5"/>
      <dgm:spPr/>
    </dgm:pt>
    <dgm:pt modelId="{41BA0BBB-E2AA-4F10-983F-E8CD4A1DD626}" type="pres">
      <dgm:prSet presAssocID="{FEA26A14-65B2-462A-BCC7-89FB96A035AE}" presName="vertSpace2b" presStyleCnt="0"/>
      <dgm:spPr/>
    </dgm:pt>
  </dgm:ptLst>
  <dgm:cxnLst>
    <dgm:cxn modelId="{8714BB0C-E89E-4DB6-9025-212C0ABEBEF5}" srcId="{13D081D3-7B92-475A-BE7D-BD236F770D40}" destId="{681C362D-F04F-4760-9DB2-FD828537F5FA}" srcOrd="0" destOrd="0" parTransId="{5DFC5578-BC5A-44ED-A231-B0B5DBA58210}" sibTransId="{5405B088-D5A5-4E97-AA9A-8185B0F72B84}"/>
    <dgm:cxn modelId="{9AFAE915-BD97-46E4-9165-0A67C2DA4341}" type="presOf" srcId="{2AB46312-3A53-4780-A8AB-6C7A20290111}" destId="{1F71A0F6-FABC-44A1-95B0-D081801D2823}" srcOrd="0" destOrd="0" presId="urn:microsoft.com/office/officeart/2008/layout/LinedList"/>
    <dgm:cxn modelId="{BC5FF925-E54F-4A94-A1B2-D5BD75461C20}" type="presOf" srcId="{681C362D-F04F-4760-9DB2-FD828537F5FA}" destId="{F5657587-8D43-4E20-8D8D-3F6B18B932C2}" srcOrd="0" destOrd="0" presId="urn:microsoft.com/office/officeart/2008/layout/LinedList"/>
    <dgm:cxn modelId="{EDBB9267-B4F0-4EF6-8720-6216A2D6A362}" type="presOf" srcId="{13D081D3-7B92-475A-BE7D-BD236F770D40}" destId="{D770C9AD-D2C5-4840-919C-54F536E6287A}" srcOrd="0" destOrd="0" presId="urn:microsoft.com/office/officeart/2008/layout/LinedList"/>
    <dgm:cxn modelId="{D16FD971-DBDD-4C16-A4C1-C1E51E13330E}" srcId="{EF930D63-6703-44C0-958A-5336D03D3415}" destId="{13D081D3-7B92-475A-BE7D-BD236F770D40}" srcOrd="0" destOrd="0" parTransId="{C3F43187-6972-4256-A425-79C50DAC8B8E}" sibTransId="{E39E3CCC-3127-479C-A11F-66BDE74BBA45}"/>
    <dgm:cxn modelId="{3FC68A81-5EAE-43B4-B5FE-8BE0EB187760}" srcId="{13D081D3-7B92-475A-BE7D-BD236F770D40}" destId="{2AB46312-3A53-4780-A8AB-6C7A20290111}" srcOrd="2" destOrd="0" parTransId="{A98A876C-A372-4C70-BCD1-81BE225792F7}" sibTransId="{1EB0FAC9-84D6-4B84-93DD-33876530C50C}"/>
    <dgm:cxn modelId="{E2F22AB5-1083-4445-A51D-20E868CC374E}" srcId="{13D081D3-7B92-475A-BE7D-BD236F770D40}" destId="{45379886-B66B-4EEB-ABC1-5521AF2DD57F}" srcOrd="1" destOrd="0" parTransId="{B019C8E9-5394-401B-B4DB-DB8F86D7BD3D}" sibTransId="{1F70755C-6E08-4EE3-9E13-846FF8BDC8A5}"/>
    <dgm:cxn modelId="{E6F203C8-2D4B-4521-97E2-149C0F0371B9}" type="presOf" srcId="{45379886-B66B-4EEB-ABC1-5521AF2DD57F}" destId="{3F13161A-462E-453D-95A9-5C92B80DE151}" srcOrd="0" destOrd="0" presId="urn:microsoft.com/office/officeart/2008/layout/LinedList"/>
    <dgm:cxn modelId="{18F153D6-6E5B-4422-8F04-67B5736EB9EC}" type="presOf" srcId="{FEA26A14-65B2-462A-BCC7-89FB96A035AE}" destId="{D6196D75-44F5-4CFD-AFD7-37C26B9BC554}" srcOrd="0" destOrd="0" presId="urn:microsoft.com/office/officeart/2008/layout/LinedList"/>
    <dgm:cxn modelId="{ABB65ED8-1E60-4B5F-BC09-54BDF9695A63}" srcId="{13D081D3-7B92-475A-BE7D-BD236F770D40}" destId="{81CF9B00-CE58-4765-9CC2-A99D30EA337F}" srcOrd="3" destOrd="0" parTransId="{84C3B514-A652-46A0-8ADF-EEEDB86DBD85}" sibTransId="{38F9774E-11D3-4F8C-AB03-FC643B16E732}"/>
    <dgm:cxn modelId="{04A8ABD8-B78F-42EB-808D-198D824D312B}" type="presOf" srcId="{81CF9B00-CE58-4765-9CC2-A99D30EA337F}" destId="{E4EEAF14-AF06-481C-B3E2-96838357749E}" srcOrd="0" destOrd="0" presId="urn:microsoft.com/office/officeart/2008/layout/LinedList"/>
    <dgm:cxn modelId="{96A9BDE3-027C-429C-AD09-92AA039D1EA6}" srcId="{13D081D3-7B92-475A-BE7D-BD236F770D40}" destId="{FEA26A14-65B2-462A-BCC7-89FB96A035AE}" srcOrd="4" destOrd="0" parTransId="{71DF7840-4029-436D-B65A-023E0E210EBA}" sibTransId="{0A942B9D-1F9D-475E-AF3E-E54D963A4941}"/>
    <dgm:cxn modelId="{9BBB4DFC-0145-467E-B95B-9D56B876ABC1}" type="presOf" srcId="{EF930D63-6703-44C0-958A-5336D03D3415}" destId="{C42EDD70-774A-41C1-9352-90F14CCC2893}" srcOrd="0" destOrd="0" presId="urn:microsoft.com/office/officeart/2008/layout/LinedList"/>
    <dgm:cxn modelId="{223513CB-BE6F-4211-BD82-CBC08F6672D9}" type="presParOf" srcId="{C42EDD70-774A-41C1-9352-90F14CCC2893}" destId="{6F10D653-09CF-4D88-B789-BB5E53F6CAC3}" srcOrd="0" destOrd="0" presId="urn:microsoft.com/office/officeart/2008/layout/LinedList"/>
    <dgm:cxn modelId="{96F12AFC-4374-47CD-ADE1-B7A324FA756B}" type="presParOf" srcId="{C42EDD70-774A-41C1-9352-90F14CCC2893}" destId="{570798C3-4491-4BE9-BD72-31BA3C0C3222}" srcOrd="1" destOrd="0" presId="urn:microsoft.com/office/officeart/2008/layout/LinedList"/>
    <dgm:cxn modelId="{147C7EBF-7592-4728-A16A-851A1ED7DF74}" type="presParOf" srcId="{570798C3-4491-4BE9-BD72-31BA3C0C3222}" destId="{D770C9AD-D2C5-4840-919C-54F536E6287A}" srcOrd="0" destOrd="0" presId="urn:microsoft.com/office/officeart/2008/layout/LinedList"/>
    <dgm:cxn modelId="{11377B99-B40A-4E78-9A37-532359A7C172}" type="presParOf" srcId="{570798C3-4491-4BE9-BD72-31BA3C0C3222}" destId="{D4A267F6-C514-4FBF-B993-CDD3C1301B6C}" srcOrd="1" destOrd="0" presId="urn:microsoft.com/office/officeart/2008/layout/LinedList"/>
    <dgm:cxn modelId="{4AFFA6D5-CCBC-4087-83A8-AE8EC340F097}" type="presParOf" srcId="{D4A267F6-C514-4FBF-B993-CDD3C1301B6C}" destId="{25FD40B5-47D2-4E36-A58B-8327FD921FE1}" srcOrd="0" destOrd="0" presId="urn:microsoft.com/office/officeart/2008/layout/LinedList"/>
    <dgm:cxn modelId="{987CD827-31BF-4539-B179-40A433E342D4}" type="presParOf" srcId="{D4A267F6-C514-4FBF-B993-CDD3C1301B6C}" destId="{83E1863B-8A57-48E1-9B7A-EA66162474D8}" srcOrd="1" destOrd="0" presId="urn:microsoft.com/office/officeart/2008/layout/LinedList"/>
    <dgm:cxn modelId="{75902F54-C62F-456A-9CB3-150287293574}" type="presParOf" srcId="{83E1863B-8A57-48E1-9B7A-EA66162474D8}" destId="{F601F636-8BF4-4CD9-9B89-DAAC3A0421F7}" srcOrd="0" destOrd="0" presId="urn:microsoft.com/office/officeart/2008/layout/LinedList"/>
    <dgm:cxn modelId="{9D6A37E6-32B0-4482-8697-37CE8F5ED95F}" type="presParOf" srcId="{83E1863B-8A57-48E1-9B7A-EA66162474D8}" destId="{F5657587-8D43-4E20-8D8D-3F6B18B932C2}" srcOrd="1" destOrd="0" presId="urn:microsoft.com/office/officeart/2008/layout/LinedList"/>
    <dgm:cxn modelId="{3B7F4416-8E9E-4E3C-B625-B5613E53F4B8}" type="presParOf" srcId="{83E1863B-8A57-48E1-9B7A-EA66162474D8}" destId="{061EC80E-E970-4E0D-90D8-2FCF61D6435A}" srcOrd="2" destOrd="0" presId="urn:microsoft.com/office/officeart/2008/layout/LinedList"/>
    <dgm:cxn modelId="{3BDD4618-8656-406B-976D-0E22D55AD94D}" type="presParOf" srcId="{D4A267F6-C514-4FBF-B993-CDD3C1301B6C}" destId="{FF5D4787-67E5-46E2-97F2-7CC6C380F326}" srcOrd="2" destOrd="0" presId="urn:microsoft.com/office/officeart/2008/layout/LinedList"/>
    <dgm:cxn modelId="{C52D92F9-DE79-4EB2-81D7-F22122E00F51}" type="presParOf" srcId="{D4A267F6-C514-4FBF-B993-CDD3C1301B6C}" destId="{C7BA412E-C8E2-4D12-B51A-061CCD2E92AA}" srcOrd="3" destOrd="0" presId="urn:microsoft.com/office/officeart/2008/layout/LinedList"/>
    <dgm:cxn modelId="{CDFEE98C-72C4-4C23-B0C7-FA62A24B3111}" type="presParOf" srcId="{D4A267F6-C514-4FBF-B993-CDD3C1301B6C}" destId="{E4E5F635-2414-4447-BC1B-5A826DED230D}" srcOrd="4" destOrd="0" presId="urn:microsoft.com/office/officeart/2008/layout/LinedList"/>
    <dgm:cxn modelId="{48C0595E-304D-4DE2-BEF3-C2A4DF9A0A95}" type="presParOf" srcId="{E4E5F635-2414-4447-BC1B-5A826DED230D}" destId="{BC431B4F-3238-4DAD-BB31-38EFE2963040}" srcOrd="0" destOrd="0" presId="urn:microsoft.com/office/officeart/2008/layout/LinedList"/>
    <dgm:cxn modelId="{03AACA93-BF04-484B-8F52-2ADC63BF1448}" type="presParOf" srcId="{E4E5F635-2414-4447-BC1B-5A826DED230D}" destId="{3F13161A-462E-453D-95A9-5C92B80DE151}" srcOrd="1" destOrd="0" presId="urn:microsoft.com/office/officeart/2008/layout/LinedList"/>
    <dgm:cxn modelId="{94C71D3F-3589-4C63-86DE-E4372C8E2C1B}" type="presParOf" srcId="{E4E5F635-2414-4447-BC1B-5A826DED230D}" destId="{1AE02BD0-1426-4AAA-9CD8-EF07DCB63A72}" srcOrd="2" destOrd="0" presId="urn:microsoft.com/office/officeart/2008/layout/LinedList"/>
    <dgm:cxn modelId="{7C3C204F-4CE2-4162-BD3D-2953B9221EC9}" type="presParOf" srcId="{D4A267F6-C514-4FBF-B993-CDD3C1301B6C}" destId="{AD1CB842-D563-41B8-9E8D-23571363A5EB}" srcOrd="5" destOrd="0" presId="urn:microsoft.com/office/officeart/2008/layout/LinedList"/>
    <dgm:cxn modelId="{62DAE3E9-EA8F-43F5-8A48-3F79A67A836A}" type="presParOf" srcId="{D4A267F6-C514-4FBF-B993-CDD3C1301B6C}" destId="{E5FEFC55-D024-441B-8045-13E7C3270962}" srcOrd="6" destOrd="0" presId="urn:microsoft.com/office/officeart/2008/layout/LinedList"/>
    <dgm:cxn modelId="{03C86181-6A96-4E17-BFEB-E12B29193A0F}" type="presParOf" srcId="{D4A267F6-C514-4FBF-B993-CDD3C1301B6C}" destId="{8438D655-B605-45A8-8FC6-B1E61218A99F}" srcOrd="7" destOrd="0" presId="urn:microsoft.com/office/officeart/2008/layout/LinedList"/>
    <dgm:cxn modelId="{D4AD6C6C-CB51-49C4-B52F-BB4C016A2C9F}" type="presParOf" srcId="{8438D655-B605-45A8-8FC6-B1E61218A99F}" destId="{F492DE9E-AE90-4C89-BE9C-1F0EC8998216}" srcOrd="0" destOrd="0" presId="urn:microsoft.com/office/officeart/2008/layout/LinedList"/>
    <dgm:cxn modelId="{905FD5F6-0846-4209-BD8A-C5A49C33AEFA}" type="presParOf" srcId="{8438D655-B605-45A8-8FC6-B1E61218A99F}" destId="{1F71A0F6-FABC-44A1-95B0-D081801D2823}" srcOrd="1" destOrd="0" presId="urn:microsoft.com/office/officeart/2008/layout/LinedList"/>
    <dgm:cxn modelId="{E531A021-99A3-4D82-AF46-5295FD72B014}" type="presParOf" srcId="{8438D655-B605-45A8-8FC6-B1E61218A99F}" destId="{C8C527C9-257A-47C2-914D-A9E70BC98D33}" srcOrd="2" destOrd="0" presId="urn:microsoft.com/office/officeart/2008/layout/LinedList"/>
    <dgm:cxn modelId="{E804D5A8-667F-4B2D-99D1-E5557B22A287}" type="presParOf" srcId="{D4A267F6-C514-4FBF-B993-CDD3C1301B6C}" destId="{8AA00268-70E9-40B1-81CB-0B7ADBF53F94}" srcOrd="8" destOrd="0" presId="urn:microsoft.com/office/officeart/2008/layout/LinedList"/>
    <dgm:cxn modelId="{3A6782DF-7252-463D-8AE8-737A89C5466B}" type="presParOf" srcId="{D4A267F6-C514-4FBF-B993-CDD3C1301B6C}" destId="{2A7B8947-3076-4F5B-80C0-9B78AE8C838C}" srcOrd="9" destOrd="0" presId="urn:microsoft.com/office/officeart/2008/layout/LinedList"/>
    <dgm:cxn modelId="{E3E132CC-C619-4626-A549-B05A1C3E6172}" type="presParOf" srcId="{D4A267F6-C514-4FBF-B993-CDD3C1301B6C}" destId="{D3D49D1B-6F09-4F92-9EFD-086C6E3BDA03}" srcOrd="10" destOrd="0" presId="urn:microsoft.com/office/officeart/2008/layout/LinedList"/>
    <dgm:cxn modelId="{4D00C591-6982-45E1-9AFF-C3F97572F3B2}" type="presParOf" srcId="{D3D49D1B-6F09-4F92-9EFD-086C6E3BDA03}" destId="{D83C0389-5989-4A50-A0DA-31971891D3E4}" srcOrd="0" destOrd="0" presId="urn:microsoft.com/office/officeart/2008/layout/LinedList"/>
    <dgm:cxn modelId="{9BF7292B-8F6F-4E3B-A5C6-568593BAF924}" type="presParOf" srcId="{D3D49D1B-6F09-4F92-9EFD-086C6E3BDA03}" destId="{E4EEAF14-AF06-481C-B3E2-96838357749E}" srcOrd="1" destOrd="0" presId="urn:microsoft.com/office/officeart/2008/layout/LinedList"/>
    <dgm:cxn modelId="{C735FBDD-A340-414A-A610-A32B8B4910CC}" type="presParOf" srcId="{D3D49D1B-6F09-4F92-9EFD-086C6E3BDA03}" destId="{6016D5AD-BA7D-4E60-8A46-F2AF38AC1349}" srcOrd="2" destOrd="0" presId="urn:microsoft.com/office/officeart/2008/layout/LinedList"/>
    <dgm:cxn modelId="{FD27E882-FA60-444E-BFFF-B27A638C33DF}" type="presParOf" srcId="{D4A267F6-C514-4FBF-B993-CDD3C1301B6C}" destId="{BA6309F1-79CF-4DC4-B1CC-450246D0A386}" srcOrd="11" destOrd="0" presId="urn:microsoft.com/office/officeart/2008/layout/LinedList"/>
    <dgm:cxn modelId="{77BA72DF-0F8C-4933-9639-636BAB0A91F6}" type="presParOf" srcId="{D4A267F6-C514-4FBF-B993-CDD3C1301B6C}" destId="{D56BFFEA-6267-4EBD-9ED3-FB04C7AA64DB}" srcOrd="12" destOrd="0" presId="urn:microsoft.com/office/officeart/2008/layout/LinedList"/>
    <dgm:cxn modelId="{E08D4EA9-6637-4826-A2E7-4DAB7960B262}" type="presParOf" srcId="{D4A267F6-C514-4FBF-B993-CDD3C1301B6C}" destId="{46EE7669-E931-4F3D-984E-790BFB60DD83}" srcOrd="13" destOrd="0" presId="urn:microsoft.com/office/officeart/2008/layout/LinedList"/>
    <dgm:cxn modelId="{F6D42970-E7D5-4346-9C9F-E16356D76EDA}" type="presParOf" srcId="{46EE7669-E931-4F3D-984E-790BFB60DD83}" destId="{5D76D35C-3A6B-45FF-B555-C400F98BFB59}" srcOrd="0" destOrd="0" presId="urn:microsoft.com/office/officeart/2008/layout/LinedList"/>
    <dgm:cxn modelId="{787AFD6C-7366-43E3-83A7-479F1DF131C9}" type="presParOf" srcId="{46EE7669-E931-4F3D-984E-790BFB60DD83}" destId="{D6196D75-44F5-4CFD-AFD7-37C26B9BC554}" srcOrd="1" destOrd="0" presId="urn:microsoft.com/office/officeart/2008/layout/LinedList"/>
    <dgm:cxn modelId="{99A889EF-0FD3-4412-9F61-B5DF44B74EF5}" type="presParOf" srcId="{46EE7669-E931-4F3D-984E-790BFB60DD83}" destId="{2E9780BC-AF02-4E37-B163-E19AFF5C7783}" srcOrd="2" destOrd="0" presId="urn:microsoft.com/office/officeart/2008/layout/LinedList"/>
    <dgm:cxn modelId="{F176CE47-4210-43CC-BBBF-DCF68E5EBE08}" type="presParOf" srcId="{D4A267F6-C514-4FBF-B993-CDD3C1301B6C}" destId="{C7B0C7D6-90C2-4FEC-B640-211A5BB4B170}" srcOrd="14" destOrd="0" presId="urn:microsoft.com/office/officeart/2008/layout/LinedList"/>
    <dgm:cxn modelId="{FE88AE8E-0DFD-4B60-8F04-518C43E836AF}" type="presParOf" srcId="{D4A267F6-C514-4FBF-B993-CDD3C1301B6C}" destId="{41BA0BBB-E2AA-4F10-983F-E8CD4A1DD626}"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32961D-F81A-45DA-ADCD-59FA23C2D31B}"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9195338-197F-4689-BF5B-E5654A939DF2}">
      <dgm:prSet phldrT="[Text]" phldr="0"/>
      <dgm:spPr/>
      <dgm:t>
        <a:bodyPr/>
        <a:lstStyle/>
        <a:p>
          <a:r>
            <a:rPr lang="en-US"/>
            <a:t>Observation</a:t>
          </a:r>
        </a:p>
      </dgm:t>
    </dgm:pt>
    <dgm:pt modelId="{B911553C-6D3D-4A69-B1D0-09C074A8A9CC}" type="parTrans" cxnId="{192C1702-C2A3-4771-A52A-07D9E7132BEE}">
      <dgm:prSet/>
      <dgm:spPr/>
      <dgm:t>
        <a:bodyPr/>
        <a:lstStyle/>
        <a:p>
          <a:endParaRPr lang="en-US"/>
        </a:p>
      </dgm:t>
    </dgm:pt>
    <dgm:pt modelId="{BC4C83D5-1FA7-4A33-9364-DE6BA723BF52}" type="sibTrans" cxnId="{192C1702-C2A3-4771-A52A-07D9E7132BEE}">
      <dgm:prSet/>
      <dgm:spPr/>
      <dgm:t>
        <a:bodyPr/>
        <a:lstStyle/>
        <a:p>
          <a:endParaRPr lang="en-US"/>
        </a:p>
      </dgm:t>
    </dgm:pt>
    <dgm:pt modelId="{6C04B079-571C-4A12-9037-5B9674E95A46}">
      <dgm:prSet phldrT="[Text]"/>
      <dgm:spPr/>
      <dgm:t>
        <a:bodyPr/>
        <a:lstStyle/>
        <a:p>
          <a:pPr>
            <a:buNone/>
          </a:pPr>
          <a:r>
            <a:rPr lang="en-US" b="1" dirty="0"/>
            <a:t>National Highways recorded 400 fatalities</a:t>
          </a:r>
          <a:r>
            <a:rPr lang="en-US" dirty="0"/>
            <a:t>, the highest among all road types.</a:t>
          </a:r>
        </a:p>
      </dgm:t>
    </dgm:pt>
    <dgm:pt modelId="{9FBFB42E-6CBA-4041-9EE1-069771823343}" type="parTrans" cxnId="{BAFADB66-9903-453E-84F3-720C181B1383}">
      <dgm:prSet/>
      <dgm:spPr/>
      <dgm:t>
        <a:bodyPr/>
        <a:lstStyle/>
        <a:p>
          <a:endParaRPr lang="en-US"/>
        </a:p>
      </dgm:t>
    </dgm:pt>
    <dgm:pt modelId="{48EE6CF2-86A8-49A2-9205-3C1C06570CA6}" type="sibTrans" cxnId="{BAFADB66-9903-453E-84F3-720C181B1383}">
      <dgm:prSet/>
      <dgm:spPr/>
      <dgm:t>
        <a:bodyPr/>
        <a:lstStyle/>
        <a:p>
          <a:endParaRPr lang="en-US"/>
        </a:p>
      </dgm:t>
    </dgm:pt>
    <dgm:pt modelId="{B6F69F53-4AE0-4D33-8C05-B6D1DBF4B907}">
      <dgm:prSet phldrT="[Text]"/>
      <dgm:spPr/>
      <dgm:t>
        <a:bodyPr/>
        <a:lstStyle/>
        <a:p>
          <a:pPr>
            <a:buNone/>
          </a:pPr>
          <a:r>
            <a:rPr lang="en-US" dirty="0"/>
            <a:t>State Highways recorded 111 fatalities.</a:t>
          </a:r>
        </a:p>
      </dgm:t>
    </dgm:pt>
    <dgm:pt modelId="{DCFFF165-4FC4-45DC-B9FD-0187793D7BD4}" type="parTrans" cxnId="{61666AED-C27D-4406-9E67-26015BD8532F}">
      <dgm:prSet/>
      <dgm:spPr/>
      <dgm:t>
        <a:bodyPr/>
        <a:lstStyle/>
        <a:p>
          <a:endParaRPr lang="en-US"/>
        </a:p>
      </dgm:t>
    </dgm:pt>
    <dgm:pt modelId="{0FABBBD3-3316-44EE-906C-FBF740F5FDBA}" type="sibTrans" cxnId="{61666AED-C27D-4406-9E67-26015BD8532F}">
      <dgm:prSet/>
      <dgm:spPr/>
      <dgm:t>
        <a:bodyPr/>
        <a:lstStyle/>
        <a:p>
          <a:endParaRPr lang="en-US"/>
        </a:p>
      </dgm:t>
    </dgm:pt>
    <dgm:pt modelId="{DAB5975F-FA0E-412B-8834-DD3CEFC601B7}">
      <dgm:prSet phldrT="[Text]"/>
      <dgm:spPr/>
      <dgm:t>
        <a:bodyPr/>
        <a:lstStyle/>
        <a:p>
          <a:pPr>
            <a:buNone/>
          </a:pPr>
          <a:r>
            <a:rPr lang="en-US" dirty="0"/>
            <a:t>City Roads recorded 89 fatalities. </a:t>
          </a:r>
        </a:p>
      </dgm:t>
    </dgm:pt>
    <dgm:pt modelId="{95888300-0E3B-4CC4-BC95-CDAF0005FC43}" type="parTrans" cxnId="{D6A84FA9-CB28-4FAE-B10F-6A0EBF739917}">
      <dgm:prSet/>
      <dgm:spPr/>
      <dgm:t>
        <a:bodyPr/>
        <a:lstStyle/>
        <a:p>
          <a:endParaRPr lang="en-US"/>
        </a:p>
      </dgm:t>
    </dgm:pt>
    <dgm:pt modelId="{7CBA6D5B-C188-4424-A831-32CFD2A8C367}" type="sibTrans" cxnId="{D6A84FA9-CB28-4FAE-B10F-6A0EBF739917}">
      <dgm:prSet/>
      <dgm:spPr/>
      <dgm:t>
        <a:bodyPr/>
        <a:lstStyle/>
        <a:p>
          <a:endParaRPr lang="en-US"/>
        </a:p>
      </dgm:t>
    </dgm:pt>
    <dgm:pt modelId="{1E4DC590-0BD3-496F-A132-ACA1F9C54F29}">
      <dgm:prSet phldrT="[Text]"/>
      <dgm:spPr/>
      <dgm:t>
        <a:bodyPr/>
        <a:lstStyle/>
        <a:p>
          <a:pPr>
            <a:buNone/>
          </a:pPr>
          <a:r>
            <a:rPr lang="en-US"/>
            <a:t> Expressways recorded 105 fatalities</a:t>
          </a:r>
          <a:endParaRPr lang="en-US" dirty="0"/>
        </a:p>
      </dgm:t>
    </dgm:pt>
    <dgm:pt modelId="{CB0FAD71-4667-4212-A37A-B904B97F0C56}" type="parTrans" cxnId="{4DE3DC24-63CE-44FF-A521-032848F780DB}">
      <dgm:prSet/>
      <dgm:spPr/>
      <dgm:t>
        <a:bodyPr/>
        <a:lstStyle/>
        <a:p>
          <a:endParaRPr lang="en-US"/>
        </a:p>
      </dgm:t>
    </dgm:pt>
    <dgm:pt modelId="{DF684659-139D-4308-A078-4B15CB6B6B63}" type="sibTrans" cxnId="{4DE3DC24-63CE-44FF-A521-032848F780DB}">
      <dgm:prSet/>
      <dgm:spPr/>
      <dgm:t>
        <a:bodyPr/>
        <a:lstStyle/>
        <a:p>
          <a:endParaRPr lang="en-US"/>
        </a:p>
      </dgm:t>
    </dgm:pt>
    <dgm:pt modelId="{2610CB65-E47E-4876-97C5-BF7C9B97E4B4}">
      <dgm:prSet phldrT="[Text]"/>
      <dgm:spPr/>
      <dgm:t>
        <a:bodyPr/>
        <a:lstStyle/>
        <a:p>
          <a:pPr>
            <a:buNone/>
          </a:pPr>
          <a:r>
            <a:rPr lang="en-US"/>
            <a:t>Rural Roads recorded 41 fatalities.</a:t>
          </a:r>
          <a:endParaRPr lang="en-US" dirty="0"/>
        </a:p>
      </dgm:t>
    </dgm:pt>
    <dgm:pt modelId="{AA51F6C9-B3C4-4C7F-9D04-D54EC39DB4F0}" type="parTrans" cxnId="{320419BC-EECE-4A9A-87A6-4EE3C210885F}">
      <dgm:prSet/>
      <dgm:spPr/>
      <dgm:t>
        <a:bodyPr/>
        <a:lstStyle/>
        <a:p>
          <a:endParaRPr lang="en-US"/>
        </a:p>
      </dgm:t>
    </dgm:pt>
    <dgm:pt modelId="{7D953512-1903-4BE9-BF38-5792A9CFF036}" type="sibTrans" cxnId="{320419BC-EECE-4A9A-87A6-4EE3C210885F}">
      <dgm:prSet/>
      <dgm:spPr/>
      <dgm:t>
        <a:bodyPr/>
        <a:lstStyle/>
        <a:p>
          <a:endParaRPr lang="en-US"/>
        </a:p>
      </dgm:t>
    </dgm:pt>
    <dgm:pt modelId="{68EB3121-B9A3-4118-9F69-11248DA2E081}" type="pres">
      <dgm:prSet presAssocID="{AC32961D-F81A-45DA-ADCD-59FA23C2D31B}" presName="vert0" presStyleCnt="0">
        <dgm:presLayoutVars>
          <dgm:dir/>
          <dgm:animOne val="branch"/>
          <dgm:animLvl val="lvl"/>
        </dgm:presLayoutVars>
      </dgm:prSet>
      <dgm:spPr/>
    </dgm:pt>
    <dgm:pt modelId="{6D8C00A3-3221-4485-8328-D8F23ED72313}" type="pres">
      <dgm:prSet presAssocID="{E9195338-197F-4689-BF5B-E5654A939DF2}" presName="thickLine" presStyleLbl="alignNode1" presStyleIdx="0" presStyleCnt="1"/>
      <dgm:spPr/>
    </dgm:pt>
    <dgm:pt modelId="{A32C43A8-7CCE-47FA-9721-A94D161D0D2F}" type="pres">
      <dgm:prSet presAssocID="{E9195338-197F-4689-BF5B-E5654A939DF2}" presName="horz1" presStyleCnt="0"/>
      <dgm:spPr/>
    </dgm:pt>
    <dgm:pt modelId="{77384F03-E58F-4FB4-A82C-4B9609F257D6}" type="pres">
      <dgm:prSet presAssocID="{E9195338-197F-4689-BF5B-E5654A939DF2}" presName="tx1" presStyleLbl="revTx" presStyleIdx="0" presStyleCnt="6"/>
      <dgm:spPr/>
    </dgm:pt>
    <dgm:pt modelId="{97213987-7828-4D97-B4A5-09B1B755AE58}" type="pres">
      <dgm:prSet presAssocID="{E9195338-197F-4689-BF5B-E5654A939DF2}" presName="vert1" presStyleCnt="0"/>
      <dgm:spPr/>
    </dgm:pt>
    <dgm:pt modelId="{E5CCB97F-9335-46FC-B1FA-106D48448475}" type="pres">
      <dgm:prSet presAssocID="{6C04B079-571C-4A12-9037-5B9674E95A46}" presName="vertSpace2a" presStyleCnt="0"/>
      <dgm:spPr/>
    </dgm:pt>
    <dgm:pt modelId="{22C424DF-27D4-42DD-88A5-550214983259}" type="pres">
      <dgm:prSet presAssocID="{6C04B079-571C-4A12-9037-5B9674E95A46}" presName="horz2" presStyleCnt="0"/>
      <dgm:spPr/>
    </dgm:pt>
    <dgm:pt modelId="{8C9ED7D1-E77C-42EF-91A0-00A609974D96}" type="pres">
      <dgm:prSet presAssocID="{6C04B079-571C-4A12-9037-5B9674E95A46}" presName="horzSpace2" presStyleCnt="0"/>
      <dgm:spPr/>
    </dgm:pt>
    <dgm:pt modelId="{EF5DA0A4-B95C-438B-8BFE-E30E6A8B540C}" type="pres">
      <dgm:prSet presAssocID="{6C04B079-571C-4A12-9037-5B9674E95A46}" presName="tx2" presStyleLbl="revTx" presStyleIdx="1" presStyleCnt="6"/>
      <dgm:spPr/>
    </dgm:pt>
    <dgm:pt modelId="{90499D33-2877-4D33-BCB1-FA176C8190CC}" type="pres">
      <dgm:prSet presAssocID="{6C04B079-571C-4A12-9037-5B9674E95A46}" presName="vert2" presStyleCnt="0"/>
      <dgm:spPr/>
    </dgm:pt>
    <dgm:pt modelId="{88BD4F47-B903-4C04-884D-682C98C2FE04}" type="pres">
      <dgm:prSet presAssocID="{6C04B079-571C-4A12-9037-5B9674E95A46}" presName="thinLine2b" presStyleLbl="callout" presStyleIdx="0" presStyleCnt="5"/>
      <dgm:spPr/>
    </dgm:pt>
    <dgm:pt modelId="{3B58C6C2-87AD-45D9-836A-5DCA20DB6E39}" type="pres">
      <dgm:prSet presAssocID="{6C04B079-571C-4A12-9037-5B9674E95A46}" presName="vertSpace2b" presStyleCnt="0"/>
      <dgm:spPr/>
    </dgm:pt>
    <dgm:pt modelId="{A2019678-2AB9-4F83-831E-4FB544AB7BCA}" type="pres">
      <dgm:prSet presAssocID="{B6F69F53-4AE0-4D33-8C05-B6D1DBF4B907}" presName="horz2" presStyleCnt="0"/>
      <dgm:spPr/>
    </dgm:pt>
    <dgm:pt modelId="{D15ACF2C-7169-4C76-AB9D-69BEB19250B8}" type="pres">
      <dgm:prSet presAssocID="{B6F69F53-4AE0-4D33-8C05-B6D1DBF4B907}" presName="horzSpace2" presStyleCnt="0"/>
      <dgm:spPr/>
    </dgm:pt>
    <dgm:pt modelId="{05A01096-997A-494C-89CC-4933A30B735B}" type="pres">
      <dgm:prSet presAssocID="{B6F69F53-4AE0-4D33-8C05-B6D1DBF4B907}" presName="tx2" presStyleLbl="revTx" presStyleIdx="2" presStyleCnt="6"/>
      <dgm:spPr/>
    </dgm:pt>
    <dgm:pt modelId="{79464706-ADA8-4F3B-A1FD-CF82DD02C060}" type="pres">
      <dgm:prSet presAssocID="{B6F69F53-4AE0-4D33-8C05-B6D1DBF4B907}" presName="vert2" presStyleCnt="0"/>
      <dgm:spPr/>
    </dgm:pt>
    <dgm:pt modelId="{6301EE78-3E65-4B70-B27C-542312BC7854}" type="pres">
      <dgm:prSet presAssocID="{B6F69F53-4AE0-4D33-8C05-B6D1DBF4B907}" presName="thinLine2b" presStyleLbl="callout" presStyleIdx="1" presStyleCnt="5"/>
      <dgm:spPr/>
    </dgm:pt>
    <dgm:pt modelId="{87CC18AB-C3FF-449B-9F6D-8D44AB170390}" type="pres">
      <dgm:prSet presAssocID="{B6F69F53-4AE0-4D33-8C05-B6D1DBF4B907}" presName="vertSpace2b" presStyleCnt="0"/>
      <dgm:spPr/>
    </dgm:pt>
    <dgm:pt modelId="{9D33BD56-C0D2-4EBC-B911-5DC3DD15A5CA}" type="pres">
      <dgm:prSet presAssocID="{1E4DC590-0BD3-496F-A132-ACA1F9C54F29}" presName="horz2" presStyleCnt="0"/>
      <dgm:spPr/>
    </dgm:pt>
    <dgm:pt modelId="{238D1B50-EEA1-4A4B-9F01-68FB5D551CF3}" type="pres">
      <dgm:prSet presAssocID="{1E4DC590-0BD3-496F-A132-ACA1F9C54F29}" presName="horzSpace2" presStyleCnt="0"/>
      <dgm:spPr/>
    </dgm:pt>
    <dgm:pt modelId="{0641F715-6F2C-4051-845A-78FB9674BC82}" type="pres">
      <dgm:prSet presAssocID="{1E4DC590-0BD3-496F-A132-ACA1F9C54F29}" presName="tx2" presStyleLbl="revTx" presStyleIdx="3" presStyleCnt="6"/>
      <dgm:spPr/>
    </dgm:pt>
    <dgm:pt modelId="{DAE36CF4-53E4-47D6-871B-DEF18EA3C0D8}" type="pres">
      <dgm:prSet presAssocID="{1E4DC590-0BD3-496F-A132-ACA1F9C54F29}" presName="vert2" presStyleCnt="0"/>
      <dgm:spPr/>
    </dgm:pt>
    <dgm:pt modelId="{C95A48DF-18E8-4B6C-B690-AF82171063F3}" type="pres">
      <dgm:prSet presAssocID="{1E4DC590-0BD3-496F-A132-ACA1F9C54F29}" presName="thinLine2b" presStyleLbl="callout" presStyleIdx="2" presStyleCnt="5"/>
      <dgm:spPr/>
    </dgm:pt>
    <dgm:pt modelId="{5F73DC6C-EFC1-4A3E-AF18-E8DB9A5FE274}" type="pres">
      <dgm:prSet presAssocID="{1E4DC590-0BD3-496F-A132-ACA1F9C54F29}" presName="vertSpace2b" presStyleCnt="0"/>
      <dgm:spPr/>
    </dgm:pt>
    <dgm:pt modelId="{A656ADCA-DB56-45E5-A291-BA919CE25ED6}" type="pres">
      <dgm:prSet presAssocID="{DAB5975F-FA0E-412B-8834-DD3CEFC601B7}" presName="horz2" presStyleCnt="0"/>
      <dgm:spPr/>
    </dgm:pt>
    <dgm:pt modelId="{314BA87D-8965-4D78-ABF2-39F9C2DFA1DF}" type="pres">
      <dgm:prSet presAssocID="{DAB5975F-FA0E-412B-8834-DD3CEFC601B7}" presName="horzSpace2" presStyleCnt="0"/>
      <dgm:spPr/>
    </dgm:pt>
    <dgm:pt modelId="{551084E2-8439-4ED9-8F13-F8C512A873AB}" type="pres">
      <dgm:prSet presAssocID="{DAB5975F-FA0E-412B-8834-DD3CEFC601B7}" presName="tx2" presStyleLbl="revTx" presStyleIdx="4" presStyleCnt="6"/>
      <dgm:spPr/>
    </dgm:pt>
    <dgm:pt modelId="{30F78B00-0975-4629-B05B-D586860F223B}" type="pres">
      <dgm:prSet presAssocID="{DAB5975F-FA0E-412B-8834-DD3CEFC601B7}" presName="vert2" presStyleCnt="0"/>
      <dgm:spPr/>
    </dgm:pt>
    <dgm:pt modelId="{0241BFCB-2B29-4A5D-8B55-667C6155AFAE}" type="pres">
      <dgm:prSet presAssocID="{DAB5975F-FA0E-412B-8834-DD3CEFC601B7}" presName="thinLine2b" presStyleLbl="callout" presStyleIdx="3" presStyleCnt="5"/>
      <dgm:spPr/>
    </dgm:pt>
    <dgm:pt modelId="{0304CDB6-EC0D-4C3F-BC4C-74F2EB2A36A7}" type="pres">
      <dgm:prSet presAssocID="{DAB5975F-FA0E-412B-8834-DD3CEFC601B7}" presName="vertSpace2b" presStyleCnt="0"/>
      <dgm:spPr/>
    </dgm:pt>
    <dgm:pt modelId="{988CB261-1B70-44F3-BE55-E6011702DB62}" type="pres">
      <dgm:prSet presAssocID="{2610CB65-E47E-4876-97C5-BF7C9B97E4B4}" presName="horz2" presStyleCnt="0"/>
      <dgm:spPr/>
    </dgm:pt>
    <dgm:pt modelId="{94FCE7D9-06C0-43A2-9EAA-4207EF643803}" type="pres">
      <dgm:prSet presAssocID="{2610CB65-E47E-4876-97C5-BF7C9B97E4B4}" presName="horzSpace2" presStyleCnt="0"/>
      <dgm:spPr/>
    </dgm:pt>
    <dgm:pt modelId="{ACE21E46-9DC6-43F7-9E55-B190E8BCB158}" type="pres">
      <dgm:prSet presAssocID="{2610CB65-E47E-4876-97C5-BF7C9B97E4B4}" presName="tx2" presStyleLbl="revTx" presStyleIdx="5" presStyleCnt="6"/>
      <dgm:spPr/>
    </dgm:pt>
    <dgm:pt modelId="{689ED4C6-EE3C-4BFA-8AD3-1F72C85FAE95}" type="pres">
      <dgm:prSet presAssocID="{2610CB65-E47E-4876-97C5-BF7C9B97E4B4}" presName="vert2" presStyleCnt="0"/>
      <dgm:spPr/>
    </dgm:pt>
    <dgm:pt modelId="{BDA3C0DE-B3C3-43B8-8A21-7BE9F05DD759}" type="pres">
      <dgm:prSet presAssocID="{2610CB65-E47E-4876-97C5-BF7C9B97E4B4}" presName="thinLine2b" presStyleLbl="callout" presStyleIdx="4" presStyleCnt="5"/>
      <dgm:spPr/>
    </dgm:pt>
    <dgm:pt modelId="{5C53A0DB-DE4A-4C60-AB0A-F28090155243}" type="pres">
      <dgm:prSet presAssocID="{2610CB65-E47E-4876-97C5-BF7C9B97E4B4}" presName="vertSpace2b" presStyleCnt="0"/>
      <dgm:spPr/>
    </dgm:pt>
  </dgm:ptLst>
  <dgm:cxnLst>
    <dgm:cxn modelId="{192C1702-C2A3-4771-A52A-07D9E7132BEE}" srcId="{AC32961D-F81A-45DA-ADCD-59FA23C2D31B}" destId="{E9195338-197F-4689-BF5B-E5654A939DF2}" srcOrd="0" destOrd="0" parTransId="{B911553C-6D3D-4A69-B1D0-09C074A8A9CC}" sibTransId="{BC4C83D5-1FA7-4A33-9364-DE6BA723BF52}"/>
    <dgm:cxn modelId="{271A1711-9E63-4AC5-A6C6-9BF0465B937B}" type="presOf" srcId="{B6F69F53-4AE0-4D33-8C05-B6D1DBF4B907}" destId="{05A01096-997A-494C-89CC-4933A30B735B}" srcOrd="0" destOrd="0" presId="urn:microsoft.com/office/officeart/2008/layout/LinedList"/>
    <dgm:cxn modelId="{4DE3DC24-63CE-44FF-A521-032848F780DB}" srcId="{E9195338-197F-4689-BF5B-E5654A939DF2}" destId="{1E4DC590-0BD3-496F-A132-ACA1F9C54F29}" srcOrd="2" destOrd="0" parTransId="{CB0FAD71-4667-4212-A37A-B904B97F0C56}" sibTransId="{DF684659-139D-4308-A078-4B15CB6B6B63}"/>
    <dgm:cxn modelId="{0999ED33-40E9-471E-B183-E165E89C4B38}" type="presOf" srcId="{DAB5975F-FA0E-412B-8834-DD3CEFC601B7}" destId="{551084E2-8439-4ED9-8F13-F8C512A873AB}" srcOrd="0" destOrd="0" presId="urn:microsoft.com/office/officeart/2008/layout/LinedList"/>
    <dgm:cxn modelId="{8733503E-D319-4227-A2D1-9A5009284400}" type="presOf" srcId="{E9195338-197F-4689-BF5B-E5654A939DF2}" destId="{77384F03-E58F-4FB4-A82C-4B9609F257D6}" srcOrd="0" destOrd="0" presId="urn:microsoft.com/office/officeart/2008/layout/LinedList"/>
    <dgm:cxn modelId="{EC922141-F60A-4E7D-A798-EE61CB677B98}" type="presOf" srcId="{2610CB65-E47E-4876-97C5-BF7C9B97E4B4}" destId="{ACE21E46-9DC6-43F7-9E55-B190E8BCB158}" srcOrd="0" destOrd="0" presId="urn:microsoft.com/office/officeart/2008/layout/LinedList"/>
    <dgm:cxn modelId="{BAFADB66-9903-453E-84F3-720C181B1383}" srcId="{E9195338-197F-4689-BF5B-E5654A939DF2}" destId="{6C04B079-571C-4A12-9037-5B9674E95A46}" srcOrd="0" destOrd="0" parTransId="{9FBFB42E-6CBA-4041-9EE1-069771823343}" sibTransId="{48EE6CF2-86A8-49A2-9205-3C1C06570CA6}"/>
    <dgm:cxn modelId="{30533C76-85B3-48D9-B76A-421E82D00F01}" type="presOf" srcId="{6C04B079-571C-4A12-9037-5B9674E95A46}" destId="{EF5DA0A4-B95C-438B-8BFE-E30E6A8B540C}" srcOrd="0" destOrd="0" presId="urn:microsoft.com/office/officeart/2008/layout/LinedList"/>
    <dgm:cxn modelId="{8779DC80-5B82-4A3B-A45E-2AE224EFE119}" type="presOf" srcId="{1E4DC590-0BD3-496F-A132-ACA1F9C54F29}" destId="{0641F715-6F2C-4051-845A-78FB9674BC82}" srcOrd="0" destOrd="0" presId="urn:microsoft.com/office/officeart/2008/layout/LinedList"/>
    <dgm:cxn modelId="{23C04985-33E5-4BA3-BFAD-F1369EB57411}" type="presOf" srcId="{AC32961D-F81A-45DA-ADCD-59FA23C2D31B}" destId="{68EB3121-B9A3-4118-9F69-11248DA2E081}" srcOrd="0" destOrd="0" presId="urn:microsoft.com/office/officeart/2008/layout/LinedList"/>
    <dgm:cxn modelId="{D6A84FA9-CB28-4FAE-B10F-6A0EBF739917}" srcId="{E9195338-197F-4689-BF5B-E5654A939DF2}" destId="{DAB5975F-FA0E-412B-8834-DD3CEFC601B7}" srcOrd="3" destOrd="0" parTransId="{95888300-0E3B-4CC4-BC95-CDAF0005FC43}" sibTransId="{7CBA6D5B-C188-4424-A831-32CFD2A8C367}"/>
    <dgm:cxn modelId="{320419BC-EECE-4A9A-87A6-4EE3C210885F}" srcId="{E9195338-197F-4689-BF5B-E5654A939DF2}" destId="{2610CB65-E47E-4876-97C5-BF7C9B97E4B4}" srcOrd="4" destOrd="0" parTransId="{AA51F6C9-B3C4-4C7F-9D04-D54EC39DB4F0}" sibTransId="{7D953512-1903-4BE9-BF38-5792A9CFF036}"/>
    <dgm:cxn modelId="{61666AED-C27D-4406-9E67-26015BD8532F}" srcId="{E9195338-197F-4689-BF5B-E5654A939DF2}" destId="{B6F69F53-4AE0-4D33-8C05-B6D1DBF4B907}" srcOrd="1" destOrd="0" parTransId="{DCFFF165-4FC4-45DC-B9FD-0187793D7BD4}" sibTransId="{0FABBBD3-3316-44EE-906C-FBF740F5FDBA}"/>
    <dgm:cxn modelId="{4CA5CCE8-4256-431B-A2DB-6876A048ABB3}" type="presParOf" srcId="{68EB3121-B9A3-4118-9F69-11248DA2E081}" destId="{6D8C00A3-3221-4485-8328-D8F23ED72313}" srcOrd="0" destOrd="0" presId="urn:microsoft.com/office/officeart/2008/layout/LinedList"/>
    <dgm:cxn modelId="{8F91E36F-A845-4E68-9EA7-3EF1FF197B79}" type="presParOf" srcId="{68EB3121-B9A3-4118-9F69-11248DA2E081}" destId="{A32C43A8-7CCE-47FA-9721-A94D161D0D2F}" srcOrd="1" destOrd="0" presId="urn:microsoft.com/office/officeart/2008/layout/LinedList"/>
    <dgm:cxn modelId="{AC74ABBE-CA17-41CB-8331-FA5F9006B9F2}" type="presParOf" srcId="{A32C43A8-7CCE-47FA-9721-A94D161D0D2F}" destId="{77384F03-E58F-4FB4-A82C-4B9609F257D6}" srcOrd="0" destOrd="0" presId="urn:microsoft.com/office/officeart/2008/layout/LinedList"/>
    <dgm:cxn modelId="{9C4693ED-5FCB-423A-B59E-8115433FEA22}" type="presParOf" srcId="{A32C43A8-7CCE-47FA-9721-A94D161D0D2F}" destId="{97213987-7828-4D97-B4A5-09B1B755AE58}" srcOrd="1" destOrd="0" presId="urn:microsoft.com/office/officeart/2008/layout/LinedList"/>
    <dgm:cxn modelId="{A926AB66-BA25-4596-B791-20B2B2A60CBE}" type="presParOf" srcId="{97213987-7828-4D97-B4A5-09B1B755AE58}" destId="{E5CCB97F-9335-46FC-B1FA-106D48448475}" srcOrd="0" destOrd="0" presId="urn:microsoft.com/office/officeart/2008/layout/LinedList"/>
    <dgm:cxn modelId="{144ACA78-7800-46C2-9477-F9F683D00EE1}" type="presParOf" srcId="{97213987-7828-4D97-B4A5-09B1B755AE58}" destId="{22C424DF-27D4-42DD-88A5-550214983259}" srcOrd="1" destOrd="0" presId="urn:microsoft.com/office/officeart/2008/layout/LinedList"/>
    <dgm:cxn modelId="{9978A285-2921-4EFC-8710-285DE9039DFE}" type="presParOf" srcId="{22C424DF-27D4-42DD-88A5-550214983259}" destId="{8C9ED7D1-E77C-42EF-91A0-00A609974D96}" srcOrd="0" destOrd="0" presId="urn:microsoft.com/office/officeart/2008/layout/LinedList"/>
    <dgm:cxn modelId="{950F9952-155E-45C5-ACE2-93188FFAA5E8}" type="presParOf" srcId="{22C424DF-27D4-42DD-88A5-550214983259}" destId="{EF5DA0A4-B95C-438B-8BFE-E30E6A8B540C}" srcOrd="1" destOrd="0" presId="urn:microsoft.com/office/officeart/2008/layout/LinedList"/>
    <dgm:cxn modelId="{BCEB74DD-9188-447A-9B31-F3FAFE93B1B3}" type="presParOf" srcId="{22C424DF-27D4-42DD-88A5-550214983259}" destId="{90499D33-2877-4D33-BCB1-FA176C8190CC}" srcOrd="2" destOrd="0" presId="urn:microsoft.com/office/officeart/2008/layout/LinedList"/>
    <dgm:cxn modelId="{B105C6CE-5527-44C8-B3E3-71AAD3571A56}" type="presParOf" srcId="{97213987-7828-4D97-B4A5-09B1B755AE58}" destId="{88BD4F47-B903-4C04-884D-682C98C2FE04}" srcOrd="2" destOrd="0" presId="urn:microsoft.com/office/officeart/2008/layout/LinedList"/>
    <dgm:cxn modelId="{BD0C64A1-5C68-4C58-ABFD-3BF660607A7F}" type="presParOf" srcId="{97213987-7828-4D97-B4A5-09B1B755AE58}" destId="{3B58C6C2-87AD-45D9-836A-5DCA20DB6E39}" srcOrd="3" destOrd="0" presId="urn:microsoft.com/office/officeart/2008/layout/LinedList"/>
    <dgm:cxn modelId="{009D9869-AB26-4A66-9B82-4A79A0ED9DC1}" type="presParOf" srcId="{97213987-7828-4D97-B4A5-09B1B755AE58}" destId="{A2019678-2AB9-4F83-831E-4FB544AB7BCA}" srcOrd="4" destOrd="0" presId="urn:microsoft.com/office/officeart/2008/layout/LinedList"/>
    <dgm:cxn modelId="{79DFC988-A070-4EF8-BC22-E63C7E07D39E}" type="presParOf" srcId="{A2019678-2AB9-4F83-831E-4FB544AB7BCA}" destId="{D15ACF2C-7169-4C76-AB9D-69BEB19250B8}" srcOrd="0" destOrd="0" presId="urn:microsoft.com/office/officeart/2008/layout/LinedList"/>
    <dgm:cxn modelId="{0B9986EC-C2C1-4853-BBC2-01BDCAC6EDB2}" type="presParOf" srcId="{A2019678-2AB9-4F83-831E-4FB544AB7BCA}" destId="{05A01096-997A-494C-89CC-4933A30B735B}" srcOrd="1" destOrd="0" presId="urn:microsoft.com/office/officeart/2008/layout/LinedList"/>
    <dgm:cxn modelId="{41143C6D-CB97-45C2-9643-6E4B07BBBF0B}" type="presParOf" srcId="{A2019678-2AB9-4F83-831E-4FB544AB7BCA}" destId="{79464706-ADA8-4F3B-A1FD-CF82DD02C060}" srcOrd="2" destOrd="0" presId="urn:microsoft.com/office/officeart/2008/layout/LinedList"/>
    <dgm:cxn modelId="{D1A83FE1-E8FC-4784-93BE-C8A7C28CE59D}" type="presParOf" srcId="{97213987-7828-4D97-B4A5-09B1B755AE58}" destId="{6301EE78-3E65-4B70-B27C-542312BC7854}" srcOrd="5" destOrd="0" presId="urn:microsoft.com/office/officeart/2008/layout/LinedList"/>
    <dgm:cxn modelId="{1C74352C-C41B-498A-B316-88D3BE644CA2}" type="presParOf" srcId="{97213987-7828-4D97-B4A5-09B1B755AE58}" destId="{87CC18AB-C3FF-449B-9F6D-8D44AB170390}" srcOrd="6" destOrd="0" presId="urn:microsoft.com/office/officeart/2008/layout/LinedList"/>
    <dgm:cxn modelId="{596549F4-8EEC-492C-92B3-AFFE6448C4E6}" type="presParOf" srcId="{97213987-7828-4D97-B4A5-09B1B755AE58}" destId="{9D33BD56-C0D2-4EBC-B911-5DC3DD15A5CA}" srcOrd="7" destOrd="0" presId="urn:microsoft.com/office/officeart/2008/layout/LinedList"/>
    <dgm:cxn modelId="{3752D0B1-9AE1-4B8F-AE6C-56311D198CDF}" type="presParOf" srcId="{9D33BD56-C0D2-4EBC-B911-5DC3DD15A5CA}" destId="{238D1B50-EEA1-4A4B-9F01-68FB5D551CF3}" srcOrd="0" destOrd="0" presId="urn:microsoft.com/office/officeart/2008/layout/LinedList"/>
    <dgm:cxn modelId="{729B4297-A16F-4E02-8EBD-B02B4597370B}" type="presParOf" srcId="{9D33BD56-C0D2-4EBC-B911-5DC3DD15A5CA}" destId="{0641F715-6F2C-4051-845A-78FB9674BC82}" srcOrd="1" destOrd="0" presId="urn:microsoft.com/office/officeart/2008/layout/LinedList"/>
    <dgm:cxn modelId="{89DA7BDC-ACC4-45D9-A139-FAB0B7674E41}" type="presParOf" srcId="{9D33BD56-C0D2-4EBC-B911-5DC3DD15A5CA}" destId="{DAE36CF4-53E4-47D6-871B-DEF18EA3C0D8}" srcOrd="2" destOrd="0" presId="urn:microsoft.com/office/officeart/2008/layout/LinedList"/>
    <dgm:cxn modelId="{3DE5247E-23B4-49AE-B4E8-87F5890E229A}" type="presParOf" srcId="{97213987-7828-4D97-B4A5-09B1B755AE58}" destId="{C95A48DF-18E8-4B6C-B690-AF82171063F3}" srcOrd="8" destOrd="0" presId="urn:microsoft.com/office/officeart/2008/layout/LinedList"/>
    <dgm:cxn modelId="{7E0ED3B1-DD17-45B0-95D0-A3B3F237CD01}" type="presParOf" srcId="{97213987-7828-4D97-B4A5-09B1B755AE58}" destId="{5F73DC6C-EFC1-4A3E-AF18-E8DB9A5FE274}" srcOrd="9" destOrd="0" presId="urn:microsoft.com/office/officeart/2008/layout/LinedList"/>
    <dgm:cxn modelId="{C7229511-606F-43F4-9083-16BB95B7B1CC}" type="presParOf" srcId="{97213987-7828-4D97-B4A5-09B1B755AE58}" destId="{A656ADCA-DB56-45E5-A291-BA919CE25ED6}" srcOrd="10" destOrd="0" presId="urn:microsoft.com/office/officeart/2008/layout/LinedList"/>
    <dgm:cxn modelId="{C65A9710-E53A-4C7B-BB01-21CBFBF5C205}" type="presParOf" srcId="{A656ADCA-DB56-45E5-A291-BA919CE25ED6}" destId="{314BA87D-8965-4D78-ABF2-39F9C2DFA1DF}" srcOrd="0" destOrd="0" presId="urn:microsoft.com/office/officeart/2008/layout/LinedList"/>
    <dgm:cxn modelId="{5ADC8066-D4BC-488B-A706-27342CBE9340}" type="presParOf" srcId="{A656ADCA-DB56-45E5-A291-BA919CE25ED6}" destId="{551084E2-8439-4ED9-8F13-F8C512A873AB}" srcOrd="1" destOrd="0" presId="urn:microsoft.com/office/officeart/2008/layout/LinedList"/>
    <dgm:cxn modelId="{80754262-CDE4-4242-89CE-2B3859623430}" type="presParOf" srcId="{A656ADCA-DB56-45E5-A291-BA919CE25ED6}" destId="{30F78B00-0975-4629-B05B-D586860F223B}" srcOrd="2" destOrd="0" presId="urn:microsoft.com/office/officeart/2008/layout/LinedList"/>
    <dgm:cxn modelId="{1F6848A8-9B28-49AB-B523-EE90B99FD369}" type="presParOf" srcId="{97213987-7828-4D97-B4A5-09B1B755AE58}" destId="{0241BFCB-2B29-4A5D-8B55-667C6155AFAE}" srcOrd="11" destOrd="0" presId="urn:microsoft.com/office/officeart/2008/layout/LinedList"/>
    <dgm:cxn modelId="{947FEB6A-1051-453E-97A6-96042DFB6B5A}" type="presParOf" srcId="{97213987-7828-4D97-B4A5-09B1B755AE58}" destId="{0304CDB6-EC0D-4C3F-BC4C-74F2EB2A36A7}" srcOrd="12" destOrd="0" presId="urn:microsoft.com/office/officeart/2008/layout/LinedList"/>
    <dgm:cxn modelId="{DDE56D5E-690E-43A7-82CA-B9302228F6D9}" type="presParOf" srcId="{97213987-7828-4D97-B4A5-09B1B755AE58}" destId="{988CB261-1B70-44F3-BE55-E6011702DB62}" srcOrd="13" destOrd="0" presId="urn:microsoft.com/office/officeart/2008/layout/LinedList"/>
    <dgm:cxn modelId="{E72C0027-56A3-48D7-AAE0-C423875BBA23}" type="presParOf" srcId="{988CB261-1B70-44F3-BE55-E6011702DB62}" destId="{94FCE7D9-06C0-43A2-9EAA-4207EF643803}" srcOrd="0" destOrd="0" presId="urn:microsoft.com/office/officeart/2008/layout/LinedList"/>
    <dgm:cxn modelId="{22D2D49F-3EDF-4B1D-99EA-4A1FC02603F4}" type="presParOf" srcId="{988CB261-1B70-44F3-BE55-E6011702DB62}" destId="{ACE21E46-9DC6-43F7-9E55-B190E8BCB158}" srcOrd="1" destOrd="0" presId="urn:microsoft.com/office/officeart/2008/layout/LinedList"/>
    <dgm:cxn modelId="{CAAC2489-0B3E-496D-B503-CE1B8D3E2C46}" type="presParOf" srcId="{988CB261-1B70-44F3-BE55-E6011702DB62}" destId="{689ED4C6-EE3C-4BFA-8AD3-1F72C85FAE95}" srcOrd="2" destOrd="0" presId="urn:microsoft.com/office/officeart/2008/layout/LinedList"/>
    <dgm:cxn modelId="{D285B9D2-A69E-4E14-84B0-F1E12D3C9668}" type="presParOf" srcId="{97213987-7828-4D97-B4A5-09B1B755AE58}" destId="{BDA3C0DE-B3C3-43B8-8A21-7BE9F05DD759}" srcOrd="14" destOrd="0" presId="urn:microsoft.com/office/officeart/2008/layout/LinedList"/>
    <dgm:cxn modelId="{ADDCA69B-A340-4FFF-86A0-4D129CC528DE}" type="presParOf" srcId="{97213987-7828-4D97-B4A5-09B1B755AE58}" destId="{5C53A0DB-DE4A-4C60-AB0A-F28090155243}"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C25272-E846-4248-8ED8-2705C89D000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3EC4D23-41DB-4A39-A6FF-365C4DB56FB1}">
      <dgm:prSet phldrT="[Text]"/>
      <dgm:spPr/>
      <dgm:t>
        <a:bodyPr/>
        <a:lstStyle/>
        <a:p>
          <a:pPr>
            <a:buNone/>
          </a:pPr>
          <a:r>
            <a:rPr lang="en-US" dirty="0"/>
            <a:t>Observation</a:t>
          </a:r>
        </a:p>
      </dgm:t>
    </dgm:pt>
    <dgm:pt modelId="{6D650BF5-DD11-4E60-B633-C3AC9F20B7FF}" type="parTrans" cxnId="{81969AA2-8F78-4554-AF7A-10CA1FD80EB8}">
      <dgm:prSet/>
      <dgm:spPr/>
      <dgm:t>
        <a:bodyPr/>
        <a:lstStyle/>
        <a:p>
          <a:endParaRPr lang="en-US"/>
        </a:p>
      </dgm:t>
    </dgm:pt>
    <dgm:pt modelId="{82AD59A3-A9F5-4365-82C4-74D7B48BA1F7}" type="sibTrans" cxnId="{81969AA2-8F78-4554-AF7A-10CA1FD80EB8}">
      <dgm:prSet/>
      <dgm:spPr/>
      <dgm:t>
        <a:bodyPr/>
        <a:lstStyle/>
        <a:p>
          <a:endParaRPr lang="en-US"/>
        </a:p>
      </dgm:t>
    </dgm:pt>
    <dgm:pt modelId="{C4DC75DB-8914-4C4F-9902-50A4202FE4F5}">
      <dgm:prSet phldrT="[Text]"/>
      <dgm:spPr/>
      <dgm:t>
        <a:bodyPr/>
        <a:lstStyle/>
        <a:p>
          <a:pPr>
            <a:buNone/>
          </a:pPr>
          <a:r>
            <a:rPr lang="en-US" dirty="0"/>
            <a:t>Daylight accounts for about 70.38% (525 fatalities)</a:t>
          </a:r>
        </a:p>
      </dgm:t>
    </dgm:pt>
    <dgm:pt modelId="{9A8DEA27-B9D4-4A2A-A748-0E6BA879DBF2}" type="parTrans" cxnId="{3740058D-4BDD-42EE-A939-D177E28F6AE3}">
      <dgm:prSet/>
      <dgm:spPr/>
      <dgm:t>
        <a:bodyPr/>
        <a:lstStyle/>
        <a:p>
          <a:endParaRPr lang="en-US"/>
        </a:p>
      </dgm:t>
    </dgm:pt>
    <dgm:pt modelId="{2D377DCE-0DC7-4B55-BEDD-377BE8D9561B}" type="sibTrans" cxnId="{3740058D-4BDD-42EE-A939-D177E28F6AE3}">
      <dgm:prSet/>
      <dgm:spPr/>
      <dgm:t>
        <a:bodyPr/>
        <a:lstStyle/>
        <a:p>
          <a:endParaRPr lang="en-US"/>
        </a:p>
      </dgm:t>
    </dgm:pt>
    <dgm:pt modelId="{B34241EE-63C1-4439-BAF2-F45746473AFD}">
      <dgm:prSet phldrT="[Text]"/>
      <dgm:spPr/>
      <dgm:t>
        <a:bodyPr/>
        <a:lstStyle/>
        <a:p>
          <a:pPr>
            <a:buNone/>
          </a:pPr>
          <a:r>
            <a:rPr lang="en-US" dirty="0"/>
            <a:t>Darkness contributes around </a:t>
          </a:r>
          <a:r>
            <a:rPr lang="en-US" b="1" dirty="0"/>
            <a:t>17.8% (133 fatalities</a:t>
          </a:r>
          <a:endParaRPr lang="en-US" dirty="0"/>
        </a:p>
      </dgm:t>
    </dgm:pt>
    <dgm:pt modelId="{BE4A667E-6BC7-4BD1-8010-FFF39F7C65A6}" type="parTrans" cxnId="{4EDBF5E5-6572-4C48-91CA-F22694574CA3}">
      <dgm:prSet/>
      <dgm:spPr/>
      <dgm:t>
        <a:bodyPr/>
        <a:lstStyle/>
        <a:p>
          <a:endParaRPr lang="en-US"/>
        </a:p>
      </dgm:t>
    </dgm:pt>
    <dgm:pt modelId="{9DEB48AB-B485-47AB-AF2B-358A1C77AFBD}" type="sibTrans" cxnId="{4EDBF5E5-6572-4C48-91CA-F22694574CA3}">
      <dgm:prSet/>
      <dgm:spPr/>
      <dgm:t>
        <a:bodyPr/>
        <a:lstStyle/>
        <a:p>
          <a:endParaRPr lang="en-US"/>
        </a:p>
      </dgm:t>
    </dgm:pt>
    <dgm:pt modelId="{44B87EB2-4E0E-4EB4-ABC4-53C1ED8D8253}">
      <dgm:prSet phldrT="[Text]"/>
      <dgm:spPr/>
      <dgm:t>
        <a:bodyPr/>
        <a:lstStyle/>
        <a:p>
          <a:pPr>
            <a:buNone/>
          </a:pPr>
          <a:r>
            <a:rPr lang="en-US" dirty="0"/>
            <a:t>Twilight contributes </a:t>
          </a:r>
          <a:r>
            <a:rPr lang="en-US" b="1" dirty="0"/>
            <a:t>11.8% (88 fatalities</a:t>
          </a:r>
          <a:endParaRPr lang="en-US" dirty="0"/>
        </a:p>
      </dgm:t>
    </dgm:pt>
    <dgm:pt modelId="{658F68DE-20F7-405F-BDC8-A828A2A15F65}" type="parTrans" cxnId="{CBE9F29B-D8A3-4CC0-9821-D6508B24C9C6}">
      <dgm:prSet/>
      <dgm:spPr/>
      <dgm:t>
        <a:bodyPr/>
        <a:lstStyle/>
        <a:p>
          <a:endParaRPr lang="en-US"/>
        </a:p>
      </dgm:t>
    </dgm:pt>
    <dgm:pt modelId="{601AB712-8D05-4845-9105-8A5172916F3B}" type="sibTrans" cxnId="{CBE9F29B-D8A3-4CC0-9821-D6508B24C9C6}">
      <dgm:prSet/>
      <dgm:spPr/>
      <dgm:t>
        <a:bodyPr/>
        <a:lstStyle/>
        <a:p>
          <a:endParaRPr lang="en-US"/>
        </a:p>
      </dgm:t>
    </dgm:pt>
    <dgm:pt modelId="{45E4235B-A595-4688-8C3E-DDF45CE3B9D0}" type="pres">
      <dgm:prSet presAssocID="{11C25272-E846-4248-8ED8-2705C89D000A}" presName="vert0" presStyleCnt="0">
        <dgm:presLayoutVars>
          <dgm:dir/>
          <dgm:animOne val="branch"/>
          <dgm:animLvl val="lvl"/>
        </dgm:presLayoutVars>
      </dgm:prSet>
      <dgm:spPr/>
    </dgm:pt>
    <dgm:pt modelId="{FCE7D393-EA98-4052-906A-8CD3B071EAD2}" type="pres">
      <dgm:prSet presAssocID="{C3EC4D23-41DB-4A39-A6FF-365C4DB56FB1}" presName="thickLine" presStyleLbl="alignNode1" presStyleIdx="0" presStyleCnt="1"/>
      <dgm:spPr/>
    </dgm:pt>
    <dgm:pt modelId="{1AA94E3B-BA42-42BF-98A7-179CDB7A05BC}" type="pres">
      <dgm:prSet presAssocID="{C3EC4D23-41DB-4A39-A6FF-365C4DB56FB1}" presName="horz1" presStyleCnt="0"/>
      <dgm:spPr/>
    </dgm:pt>
    <dgm:pt modelId="{FDBFDFB4-7220-45A6-87C8-CF4FE830A560}" type="pres">
      <dgm:prSet presAssocID="{C3EC4D23-41DB-4A39-A6FF-365C4DB56FB1}" presName="tx1" presStyleLbl="revTx" presStyleIdx="0" presStyleCnt="4"/>
      <dgm:spPr/>
    </dgm:pt>
    <dgm:pt modelId="{0FFB6DE3-6DD2-49C4-B82C-C62D4C7156FB}" type="pres">
      <dgm:prSet presAssocID="{C3EC4D23-41DB-4A39-A6FF-365C4DB56FB1}" presName="vert1" presStyleCnt="0"/>
      <dgm:spPr/>
    </dgm:pt>
    <dgm:pt modelId="{DA7A9D5A-CA47-4DD9-8A5C-65AD205336F0}" type="pres">
      <dgm:prSet presAssocID="{C4DC75DB-8914-4C4F-9902-50A4202FE4F5}" presName="vertSpace2a" presStyleCnt="0"/>
      <dgm:spPr/>
    </dgm:pt>
    <dgm:pt modelId="{75E42D8D-6DC3-4CCE-A749-ECEAB34EC795}" type="pres">
      <dgm:prSet presAssocID="{C4DC75DB-8914-4C4F-9902-50A4202FE4F5}" presName="horz2" presStyleCnt="0"/>
      <dgm:spPr/>
    </dgm:pt>
    <dgm:pt modelId="{13C07127-6121-4FD8-A6FC-365405FA870E}" type="pres">
      <dgm:prSet presAssocID="{C4DC75DB-8914-4C4F-9902-50A4202FE4F5}" presName="horzSpace2" presStyleCnt="0"/>
      <dgm:spPr/>
    </dgm:pt>
    <dgm:pt modelId="{A7AD1263-D025-49D8-AA58-2813B8D5589D}" type="pres">
      <dgm:prSet presAssocID="{C4DC75DB-8914-4C4F-9902-50A4202FE4F5}" presName="tx2" presStyleLbl="revTx" presStyleIdx="1" presStyleCnt="4"/>
      <dgm:spPr/>
    </dgm:pt>
    <dgm:pt modelId="{95DB0F0C-5857-4F9A-B5FE-9DCD4F7365BA}" type="pres">
      <dgm:prSet presAssocID="{C4DC75DB-8914-4C4F-9902-50A4202FE4F5}" presName="vert2" presStyleCnt="0"/>
      <dgm:spPr/>
    </dgm:pt>
    <dgm:pt modelId="{860F463A-445A-4B1A-8D53-0809329F0FE1}" type="pres">
      <dgm:prSet presAssocID="{C4DC75DB-8914-4C4F-9902-50A4202FE4F5}" presName="thinLine2b" presStyleLbl="callout" presStyleIdx="0" presStyleCnt="3"/>
      <dgm:spPr/>
    </dgm:pt>
    <dgm:pt modelId="{2A8E00D0-6635-4546-9BB1-CFF563529502}" type="pres">
      <dgm:prSet presAssocID="{C4DC75DB-8914-4C4F-9902-50A4202FE4F5}" presName="vertSpace2b" presStyleCnt="0"/>
      <dgm:spPr/>
    </dgm:pt>
    <dgm:pt modelId="{2C3165DF-E9EA-4C7A-A51B-D3369F8B0CCD}" type="pres">
      <dgm:prSet presAssocID="{B34241EE-63C1-4439-BAF2-F45746473AFD}" presName="horz2" presStyleCnt="0"/>
      <dgm:spPr/>
    </dgm:pt>
    <dgm:pt modelId="{F112047D-C790-4760-BE01-5E8F84F41F1C}" type="pres">
      <dgm:prSet presAssocID="{B34241EE-63C1-4439-BAF2-F45746473AFD}" presName="horzSpace2" presStyleCnt="0"/>
      <dgm:spPr/>
    </dgm:pt>
    <dgm:pt modelId="{41EF12BA-5A67-4B45-9E9F-AD597693D067}" type="pres">
      <dgm:prSet presAssocID="{B34241EE-63C1-4439-BAF2-F45746473AFD}" presName="tx2" presStyleLbl="revTx" presStyleIdx="2" presStyleCnt="4"/>
      <dgm:spPr/>
    </dgm:pt>
    <dgm:pt modelId="{AEF2F4E4-7E5A-45EF-9222-F4C24908BDCB}" type="pres">
      <dgm:prSet presAssocID="{B34241EE-63C1-4439-BAF2-F45746473AFD}" presName="vert2" presStyleCnt="0"/>
      <dgm:spPr/>
    </dgm:pt>
    <dgm:pt modelId="{07B705C5-2C95-4085-BD79-15411D4DEB19}" type="pres">
      <dgm:prSet presAssocID="{B34241EE-63C1-4439-BAF2-F45746473AFD}" presName="thinLine2b" presStyleLbl="callout" presStyleIdx="1" presStyleCnt="3"/>
      <dgm:spPr/>
    </dgm:pt>
    <dgm:pt modelId="{01F5DE00-F3F8-441B-ABBB-EC720212C0FF}" type="pres">
      <dgm:prSet presAssocID="{B34241EE-63C1-4439-BAF2-F45746473AFD}" presName="vertSpace2b" presStyleCnt="0"/>
      <dgm:spPr/>
    </dgm:pt>
    <dgm:pt modelId="{099115F9-DB54-4337-B3FE-6F59BE63A135}" type="pres">
      <dgm:prSet presAssocID="{44B87EB2-4E0E-4EB4-ABC4-53C1ED8D8253}" presName="horz2" presStyleCnt="0"/>
      <dgm:spPr/>
    </dgm:pt>
    <dgm:pt modelId="{C6B890D6-3238-442D-BBCD-AA751F50CF27}" type="pres">
      <dgm:prSet presAssocID="{44B87EB2-4E0E-4EB4-ABC4-53C1ED8D8253}" presName="horzSpace2" presStyleCnt="0"/>
      <dgm:spPr/>
    </dgm:pt>
    <dgm:pt modelId="{5E352F04-AEAB-4AB5-8C32-95C0186930ED}" type="pres">
      <dgm:prSet presAssocID="{44B87EB2-4E0E-4EB4-ABC4-53C1ED8D8253}" presName="tx2" presStyleLbl="revTx" presStyleIdx="3" presStyleCnt="4"/>
      <dgm:spPr/>
    </dgm:pt>
    <dgm:pt modelId="{55D7748D-22DD-448A-928D-9206EEFA38E8}" type="pres">
      <dgm:prSet presAssocID="{44B87EB2-4E0E-4EB4-ABC4-53C1ED8D8253}" presName="vert2" presStyleCnt="0"/>
      <dgm:spPr/>
    </dgm:pt>
    <dgm:pt modelId="{857951D6-EF9D-4D0F-94A0-E796E0490BE8}" type="pres">
      <dgm:prSet presAssocID="{44B87EB2-4E0E-4EB4-ABC4-53C1ED8D8253}" presName="thinLine2b" presStyleLbl="callout" presStyleIdx="2" presStyleCnt="3"/>
      <dgm:spPr/>
    </dgm:pt>
    <dgm:pt modelId="{D13BE606-0D86-4084-9B74-17D66620AC4B}" type="pres">
      <dgm:prSet presAssocID="{44B87EB2-4E0E-4EB4-ABC4-53C1ED8D8253}" presName="vertSpace2b" presStyleCnt="0"/>
      <dgm:spPr/>
    </dgm:pt>
  </dgm:ptLst>
  <dgm:cxnLst>
    <dgm:cxn modelId="{F56F6447-7B91-475D-847D-7120B8D339A1}" type="presOf" srcId="{C4DC75DB-8914-4C4F-9902-50A4202FE4F5}" destId="{A7AD1263-D025-49D8-AA58-2813B8D5589D}" srcOrd="0" destOrd="0" presId="urn:microsoft.com/office/officeart/2008/layout/LinedList"/>
    <dgm:cxn modelId="{8BC8B748-9415-48F7-A152-0F00ACDBC433}" type="presOf" srcId="{B34241EE-63C1-4439-BAF2-F45746473AFD}" destId="{41EF12BA-5A67-4B45-9E9F-AD597693D067}" srcOrd="0" destOrd="0" presId="urn:microsoft.com/office/officeart/2008/layout/LinedList"/>
    <dgm:cxn modelId="{3740058D-4BDD-42EE-A939-D177E28F6AE3}" srcId="{C3EC4D23-41DB-4A39-A6FF-365C4DB56FB1}" destId="{C4DC75DB-8914-4C4F-9902-50A4202FE4F5}" srcOrd="0" destOrd="0" parTransId="{9A8DEA27-B9D4-4A2A-A748-0E6BA879DBF2}" sibTransId="{2D377DCE-0DC7-4B55-BEDD-377BE8D9561B}"/>
    <dgm:cxn modelId="{CBE9F29B-D8A3-4CC0-9821-D6508B24C9C6}" srcId="{C3EC4D23-41DB-4A39-A6FF-365C4DB56FB1}" destId="{44B87EB2-4E0E-4EB4-ABC4-53C1ED8D8253}" srcOrd="2" destOrd="0" parTransId="{658F68DE-20F7-405F-BDC8-A828A2A15F65}" sibTransId="{601AB712-8D05-4845-9105-8A5172916F3B}"/>
    <dgm:cxn modelId="{81969AA2-8F78-4554-AF7A-10CA1FD80EB8}" srcId="{11C25272-E846-4248-8ED8-2705C89D000A}" destId="{C3EC4D23-41DB-4A39-A6FF-365C4DB56FB1}" srcOrd="0" destOrd="0" parTransId="{6D650BF5-DD11-4E60-B633-C3AC9F20B7FF}" sibTransId="{82AD59A3-A9F5-4365-82C4-74D7B48BA1F7}"/>
    <dgm:cxn modelId="{C711CAAA-1DF2-4728-B14D-0A368CBC9F3C}" type="presOf" srcId="{11C25272-E846-4248-8ED8-2705C89D000A}" destId="{45E4235B-A595-4688-8C3E-DDF45CE3B9D0}" srcOrd="0" destOrd="0" presId="urn:microsoft.com/office/officeart/2008/layout/LinedList"/>
    <dgm:cxn modelId="{0DDF8FD7-57DE-48E9-ABA5-3B7F0058F585}" type="presOf" srcId="{C3EC4D23-41DB-4A39-A6FF-365C4DB56FB1}" destId="{FDBFDFB4-7220-45A6-87C8-CF4FE830A560}" srcOrd="0" destOrd="0" presId="urn:microsoft.com/office/officeart/2008/layout/LinedList"/>
    <dgm:cxn modelId="{BB6240E3-8762-4762-BC29-84149FA0CE36}" type="presOf" srcId="{44B87EB2-4E0E-4EB4-ABC4-53C1ED8D8253}" destId="{5E352F04-AEAB-4AB5-8C32-95C0186930ED}" srcOrd="0" destOrd="0" presId="urn:microsoft.com/office/officeart/2008/layout/LinedList"/>
    <dgm:cxn modelId="{4EDBF5E5-6572-4C48-91CA-F22694574CA3}" srcId="{C3EC4D23-41DB-4A39-A6FF-365C4DB56FB1}" destId="{B34241EE-63C1-4439-BAF2-F45746473AFD}" srcOrd="1" destOrd="0" parTransId="{BE4A667E-6BC7-4BD1-8010-FFF39F7C65A6}" sibTransId="{9DEB48AB-B485-47AB-AF2B-358A1C77AFBD}"/>
    <dgm:cxn modelId="{785EB326-B8B9-4D5F-BB68-1FB1D79B7D2D}" type="presParOf" srcId="{45E4235B-A595-4688-8C3E-DDF45CE3B9D0}" destId="{FCE7D393-EA98-4052-906A-8CD3B071EAD2}" srcOrd="0" destOrd="0" presId="urn:microsoft.com/office/officeart/2008/layout/LinedList"/>
    <dgm:cxn modelId="{30A0FB87-22F0-4003-835C-75DD352AF0FE}" type="presParOf" srcId="{45E4235B-A595-4688-8C3E-DDF45CE3B9D0}" destId="{1AA94E3B-BA42-42BF-98A7-179CDB7A05BC}" srcOrd="1" destOrd="0" presId="urn:microsoft.com/office/officeart/2008/layout/LinedList"/>
    <dgm:cxn modelId="{4EA8EBA3-3DEC-4A71-AE53-1C77307D6DA5}" type="presParOf" srcId="{1AA94E3B-BA42-42BF-98A7-179CDB7A05BC}" destId="{FDBFDFB4-7220-45A6-87C8-CF4FE830A560}" srcOrd="0" destOrd="0" presId="urn:microsoft.com/office/officeart/2008/layout/LinedList"/>
    <dgm:cxn modelId="{BC71ADCF-34BC-4B22-B260-30B079F95657}" type="presParOf" srcId="{1AA94E3B-BA42-42BF-98A7-179CDB7A05BC}" destId="{0FFB6DE3-6DD2-49C4-B82C-C62D4C7156FB}" srcOrd="1" destOrd="0" presId="urn:microsoft.com/office/officeart/2008/layout/LinedList"/>
    <dgm:cxn modelId="{19D013E0-52F3-4310-A10D-931C28BE4EE5}" type="presParOf" srcId="{0FFB6DE3-6DD2-49C4-B82C-C62D4C7156FB}" destId="{DA7A9D5A-CA47-4DD9-8A5C-65AD205336F0}" srcOrd="0" destOrd="0" presId="urn:microsoft.com/office/officeart/2008/layout/LinedList"/>
    <dgm:cxn modelId="{CB539B80-9B27-4546-BB72-3A7924ECBB1E}" type="presParOf" srcId="{0FFB6DE3-6DD2-49C4-B82C-C62D4C7156FB}" destId="{75E42D8D-6DC3-4CCE-A749-ECEAB34EC795}" srcOrd="1" destOrd="0" presId="urn:microsoft.com/office/officeart/2008/layout/LinedList"/>
    <dgm:cxn modelId="{B4FAC6A8-4113-486B-ADFC-5B99F452C157}" type="presParOf" srcId="{75E42D8D-6DC3-4CCE-A749-ECEAB34EC795}" destId="{13C07127-6121-4FD8-A6FC-365405FA870E}" srcOrd="0" destOrd="0" presId="urn:microsoft.com/office/officeart/2008/layout/LinedList"/>
    <dgm:cxn modelId="{622D2F81-44F6-44E5-81F5-331EB5B53934}" type="presParOf" srcId="{75E42D8D-6DC3-4CCE-A749-ECEAB34EC795}" destId="{A7AD1263-D025-49D8-AA58-2813B8D5589D}" srcOrd="1" destOrd="0" presId="urn:microsoft.com/office/officeart/2008/layout/LinedList"/>
    <dgm:cxn modelId="{DF11E501-73F7-4902-9522-5F1FF9284D38}" type="presParOf" srcId="{75E42D8D-6DC3-4CCE-A749-ECEAB34EC795}" destId="{95DB0F0C-5857-4F9A-B5FE-9DCD4F7365BA}" srcOrd="2" destOrd="0" presId="urn:microsoft.com/office/officeart/2008/layout/LinedList"/>
    <dgm:cxn modelId="{F40E504C-9F44-4674-8EE0-F4DD289FB458}" type="presParOf" srcId="{0FFB6DE3-6DD2-49C4-B82C-C62D4C7156FB}" destId="{860F463A-445A-4B1A-8D53-0809329F0FE1}" srcOrd="2" destOrd="0" presId="urn:microsoft.com/office/officeart/2008/layout/LinedList"/>
    <dgm:cxn modelId="{3373D18D-17A6-4D15-89A6-CAC1A3947929}" type="presParOf" srcId="{0FFB6DE3-6DD2-49C4-B82C-C62D4C7156FB}" destId="{2A8E00D0-6635-4546-9BB1-CFF563529502}" srcOrd="3" destOrd="0" presId="urn:microsoft.com/office/officeart/2008/layout/LinedList"/>
    <dgm:cxn modelId="{77EFA313-4370-4612-A143-713A19C06196}" type="presParOf" srcId="{0FFB6DE3-6DD2-49C4-B82C-C62D4C7156FB}" destId="{2C3165DF-E9EA-4C7A-A51B-D3369F8B0CCD}" srcOrd="4" destOrd="0" presId="urn:microsoft.com/office/officeart/2008/layout/LinedList"/>
    <dgm:cxn modelId="{23478D83-8D44-43E4-BB9A-A4C07BF23CB5}" type="presParOf" srcId="{2C3165DF-E9EA-4C7A-A51B-D3369F8B0CCD}" destId="{F112047D-C790-4760-BE01-5E8F84F41F1C}" srcOrd="0" destOrd="0" presId="urn:microsoft.com/office/officeart/2008/layout/LinedList"/>
    <dgm:cxn modelId="{4D09DBC0-500B-4177-A479-3DEEFCAA1FF4}" type="presParOf" srcId="{2C3165DF-E9EA-4C7A-A51B-D3369F8B0CCD}" destId="{41EF12BA-5A67-4B45-9E9F-AD597693D067}" srcOrd="1" destOrd="0" presId="urn:microsoft.com/office/officeart/2008/layout/LinedList"/>
    <dgm:cxn modelId="{34E96BB7-FF3B-4F0E-9FA9-4AF80290F3D5}" type="presParOf" srcId="{2C3165DF-E9EA-4C7A-A51B-D3369F8B0CCD}" destId="{AEF2F4E4-7E5A-45EF-9222-F4C24908BDCB}" srcOrd="2" destOrd="0" presId="urn:microsoft.com/office/officeart/2008/layout/LinedList"/>
    <dgm:cxn modelId="{D881B377-4492-471C-A98B-31847915D5DE}" type="presParOf" srcId="{0FFB6DE3-6DD2-49C4-B82C-C62D4C7156FB}" destId="{07B705C5-2C95-4085-BD79-15411D4DEB19}" srcOrd="5" destOrd="0" presId="urn:microsoft.com/office/officeart/2008/layout/LinedList"/>
    <dgm:cxn modelId="{0CB99BFE-9B46-4139-9ABD-EB0F53B2A12E}" type="presParOf" srcId="{0FFB6DE3-6DD2-49C4-B82C-C62D4C7156FB}" destId="{01F5DE00-F3F8-441B-ABBB-EC720212C0FF}" srcOrd="6" destOrd="0" presId="urn:microsoft.com/office/officeart/2008/layout/LinedList"/>
    <dgm:cxn modelId="{BAB9A864-63B9-456C-BE66-BA95701DD066}" type="presParOf" srcId="{0FFB6DE3-6DD2-49C4-B82C-C62D4C7156FB}" destId="{099115F9-DB54-4337-B3FE-6F59BE63A135}" srcOrd="7" destOrd="0" presId="urn:microsoft.com/office/officeart/2008/layout/LinedList"/>
    <dgm:cxn modelId="{170CB807-12C5-4839-BA30-AC8E3009CC13}" type="presParOf" srcId="{099115F9-DB54-4337-B3FE-6F59BE63A135}" destId="{C6B890D6-3238-442D-BBCD-AA751F50CF27}" srcOrd="0" destOrd="0" presId="urn:microsoft.com/office/officeart/2008/layout/LinedList"/>
    <dgm:cxn modelId="{A183A47E-32A4-410A-935D-848AF7C5F294}" type="presParOf" srcId="{099115F9-DB54-4337-B3FE-6F59BE63A135}" destId="{5E352F04-AEAB-4AB5-8C32-95C0186930ED}" srcOrd="1" destOrd="0" presId="urn:microsoft.com/office/officeart/2008/layout/LinedList"/>
    <dgm:cxn modelId="{20422988-7A1D-4C4A-B020-085A45E8A0C7}" type="presParOf" srcId="{099115F9-DB54-4337-B3FE-6F59BE63A135}" destId="{55D7748D-22DD-448A-928D-9206EEFA38E8}" srcOrd="2" destOrd="0" presId="urn:microsoft.com/office/officeart/2008/layout/LinedList"/>
    <dgm:cxn modelId="{AB3BF13B-3161-4FDE-8B0D-793284DE95C8}" type="presParOf" srcId="{0FFB6DE3-6DD2-49C4-B82C-C62D4C7156FB}" destId="{857951D6-EF9D-4D0F-94A0-E796E0490BE8}" srcOrd="8" destOrd="0" presId="urn:microsoft.com/office/officeart/2008/layout/LinedList"/>
    <dgm:cxn modelId="{2DB49DB3-51ED-4ED1-B3C6-454A8501C2CE}" type="presParOf" srcId="{0FFB6DE3-6DD2-49C4-B82C-C62D4C7156FB}" destId="{D13BE606-0D86-4084-9B74-17D66620AC4B}"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707FCF0-D072-4BD9-8B3B-63FA807D100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898EDB0-06E2-4FE6-BE30-F7D8B6B29C5F}">
      <dgm:prSet phldrT="[Text]"/>
      <dgm:spPr/>
      <dgm:t>
        <a:bodyPr/>
        <a:lstStyle/>
        <a:p>
          <a:pPr>
            <a:buNone/>
          </a:pPr>
          <a:r>
            <a:rPr lang="en-US" b="1" dirty="0"/>
            <a:t>Observation</a:t>
          </a:r>
          <a:endParaRPr lang="en-US" dirty="0"/>
        </a:p>
      </dgm:t>
    </dgm:pt>
    <dgm:pt modelId="{99A6AA5F-76A2-4093-987B-B8FDADA68FB7}" type="parTrans" cxnId="{180A02F1-A5A6-4854-982D-B5A28D0FD523}">
      <dgm:prSet/>
      <dgm:spPr/>
      <dgm:t>
        <a:bodyPr/>
        <a:lstStyle/>
        <a:p>
          <a:endParaRPr lang="en-US"/>
        </a:p>
      </dgm:t>
    </dgm:pt>
    <dgm:pt modelId="{53A87779-3513-467E-9BF3-27A2908EEFF6}" type="sibTrans" cxnId="{180A02F1-A5A6-4854-982D-B5A28D0FD523}">
      <dgm:prSet/>
      <dgm:spPr/>
      <dgm:t>
        <a:bodyPr/>
        <a:lstStyle/>
        <a:p>
          <a:endParaRPr lang="en-US"/>
        </a:p>
      </dgm:t>
    </dgm:pt>
    <dgm:pt modelId="{6AD7586A-CFB1-4704-A770-D35FFB6FC220}">
      <dgm:prSet/>
      <dgm:spPr/>
      <dgm:t>
        <a:bodyPr/>
        <a:lstStyle/>
        <a:p>
          <a:pPr>
            <a:buFont typeface="Arial" panose="020B0604020202020204" pitchFamily="34" charset="0"/>
            <a:buChar char="•"/>
          </a:pPr>
          <a:r>
            <a:rPr lang="en-US"/>
            <a:t>Clear weather recorded the </a:t>
          </a:r>
          <a:r>
            <a:rPr lang="en-US" b="1"/>
            <a:t>highest number of fatalities (around 425)</a:t>
          </a:r>
          <a:r>
            <a:rPr lang="en-US"/>
            <a:t>. </a:t>
          </a:r>
        </a:p>
      </dgm:t>
    </dgm:pt>
    <dgm:pt modelId="{496A4E74-4815-46D8-8C8C-2D4B521C4158}" type="parTrans" cxnId="{72107BBE-21DE-42DC-8AAA-8F88C53F8272}">
      <dgm:prSet/>
      <dgm:spPr/>
      <dgm:t>
        <a:bodyPr/>
        <a:lstStyle/>
        <a:p>
          <a:endParaRPr lang="en-US"/>
        </a:p>
      </dgm:t>
    </dgm:pt>
    <dgm:pt modelId="{04A6978C-155E-4903-B931-A1E827B67526}" type="sibTrans" cxnId="{72107BBE-21DE-42DC-8AAA-8F88C53F8272}">
      <dgm:prSet/>
      <dgm:spPr/>
      <dgm:t>
        <a:bodyPr/>
        <a:lstStyle/>
        <a:p>
          <a:endParaRPr lang="en-US"/>
        </a:p>
      </dgm:t>
    </dgm:pt>
    <dgm:pt modelId="{8EA3D27F-AEB2-4ED7-80DE-94FFFF8504A6}">
      <dgm:prSet/>
      <dgm:spPr/>
      <dgm:t>
        <a:bodyPr/>
        <a:lstStyle/>
        <a:p>
          <a:pPr>
            <a:buFont typeface="Arial" panose="020B0604020202020204" pitchFamily="34" charset="0"/>
            <a:buChar char="•"/>
          </a:pPr>
          <a:r>
            <a:rPr lang="en-US"/>
            <a:t>Rainy weather had significantly fewer fatalities. </a:t>
          </a:r>
        </a:p>
      </dgm:t>
    </dgm:pt>
    <dgm:pt modelId="{8C244269-BB8A-4C59-81C8-79335C47BCC8}" type="parTrans" cxnId="{41903C71-C34D-4928-9E9F-F6942547D86C}">
      <dgm:prSet/>
      <dgm:spPr/>
      <dgm:t>
        <a:bodyPr/>
        <a:lstStyle/>
        <a:p>
          <a:endParaRPr lang="en-US"/>
        </a:p>
      </dgm:t>
    </dgm:pt>
    <dgm:pt modelId="{C1526C8C-632A-4E26-A68F-3FD8BEBCBD48}" type="sibTrans" cxnId="{41903C71-C34D-4928-9E9F-F6942547D86C}">
      <dgm:prSet/>
      <dgm:spPr/>
      <dgm:t>
        <a:bodyPr/>
        <a:lstStyle/>
        <a:p>
          <a:endParaRPr lang="en-US"/>
        </a:p>
      </dgm:t>
    </dgm:pt>
    <dgm:pt modelId="{1476AB47-B6E3-48D2-AFE0-7FA6B496635D}">
      <dgm:prSet/>
      <dgm:spPr/>
      <dgm:t>
        <a:bodyPr/>
        <a:lstStyle/>
        <a:p>
          <a:pPr>
            <a:buFont typeface="Arial" panose="020B0604020202020204" pitchFamily="34" charset="0"/>
            <a:buChar char="•"/>
          </a:pPr>
          <a:r>
            <a:rPr lang="en-US"/>
            <a:t>Cloudy </a:t>
          </a:r>
          <a:r>
            <a:rPr lang="en-US" dirty="0"/>
            <a:t>weather recorded the lowest fatalities.</a:t>
          </a:r>
        </a:p>
      </dgm:t>
    </dgm:pt>
    <dgm:pt modelId="{D1C1D92C-35EB-4F63-9AD4-27BBF5EA65E8}" type="parTrans" cxnId="{0A7E7DEF-5C32-4095-9D99-3DFD0222B632}">
      <dgm:prSet/>
      <dgm:spPr/>
      <dgm:t>
        <a:bodyPr/>
        <a:lstStyle/>
        <a:p>
          <a:endParaRPr lang="en-US"/>
        </a:p>
      </dgm:t>
    </dgm:pt>
    <dgm:pt modelId="{5238260C-C27B-4669-995E-3891C00893B0}" type="sibTrans" cxnId="{0A7E7DEF-5C32-4095-9D99-3DFD0222B632}">
      <dgm:prSet/>
      <dgm:spPr/>
      <dgm:t>
        <a:bodyPr/>
        <a:lstStyle/>
        <a:p>
          <a:endParaRPr lang="en-US"/>
        </a:p>
      </dgm:t>
    </dgm:pt>
    <dgm:pt modelId="{7C53ACA7-8E20-4CFE-B441-CA27C5DE1EC0}">
      <dgm:prSet/>
      <dgm:spPr/>
      <dgm:t>
        <a:bodyPr/>
        <a:lstStyle/>
        <a:p>
          <a:pPr>
            <a:buFont typeface="Arial" panose="020B0604020202020204" pitchFamily="34" charset="0"/>
            <a:buChar char="•"/>
          </a:pPr>
          <a:r>
            <a:rPr lang="en-US" dirty="0"/>
            <a:t>Foggy weather showed a moderate number of fatalities</a:t>
          </a:r>
          <a:r>
            <a:rPr lang="en-US"/>
            <a:t>. </a:t>
          </a:r>
          <a:endParaRPr lang="en-US" dirty="0"/>
        </a:p>
      </dgm:t>
    </dgm:pt>
    <dgm:pt modelId="{8187A021-3C48-4692-9623-591BE64A73C2}" type="parTrans" cxnId="{12586FD7-A715-4B0A-A09D-EF7347345275}">
      <dgm:prSet/>
      <dgm:spPr/>
      <dgm:t>
        <a:bodyPr/>
        <a:lstStyle/>
        <a:p>
          <a:endParaRPr lang="en-US"/>
        </a:p>
      </dgm:t>
    </dgm:pt>
    <dgm:pt modelId="{43D08FF9-7D01-494E-9058-BDC27DFB71F7}" type="sibTrans" cxnId="{12586FD7-A715-4B0A-A09D-EF7347345275}">
      <dgm:prSet/>
      <dgm:spPr/>
      <dgm:t>
        <a:bodyPr/>
        <a:lstStyle/>
        <a:p>
          <a:endParaRPr lang="en-US"/>
        </a:p>
      </dgm:t>
    </dgm:pt>
    <dgm:pt modelId="{13FE9F77-3D1D-4896-8CCB-3ECFE946D0E3}">
      <dgm:prSet/>
      <dgm:spPr/>
      <dgm:t>
        <a:bodyPr/>
        <a:lstStyle/>
        <a:p>
          <a:pPr>
            <a:buFont typeface="Arial" panose="020B0604020202020204" pitchFamily="34" charset="0"/>
            <a:buChar char="•"/>
          </a:pPr>
          <a:r>
            <a:rPr lang="en-US"/>
            <a:t>Foggy weather showed a moderate number of fatalities. </a:t>
          </a:r>
          <a:endParaRPr lang="en-US" dirty="0"/>
        </a:p>
      </dgm:t>
    </dgm:pt>
    <dgm:pt modelId="{A446E454-3190-45A6-B012-EFC3DB5D6EC6}" type="parTrans" cxnId="{97CE05AB-992E-4FCB-A014-7447F571801F}">
      <dgm:prSet/>
      <dgm:spPr/>
      <dgm:t>
        <a:bodyPr/>
        <a:lstStyle/>
        <a:p>
          <a:endParaRPr lang="en-US"/>
        </a:p>
      </dgm:t>
    </dgm:pt>
    <dgm:pt modelId="{2E134796-D263-4922-8B17-D6F68EAE8039}" type="sibTrans" cxnId="{97CE05AB-992E-4FCB-A014-7447F571801F}">
      <dgm:prSet/>
      <dgm:spPr/>
      <dgm:t>
        <a:bodyPr/>
        <a:lstStyle/>
        <a:p>
          <a:endParaRPr lang="en-US"/>
        </a:p>
      </dgm:t>
    </dgm:pt>
    <dgm:pt modelId="{54E5DB8D-F378-425E-ABD2-231D548316EE}" type="pres">
      <dgm:prSet presAssocID="{8707FCF0-D072-4BD9-8B3B-63FA807D1000}" presName="vert0" presStyleCnt="0">
        <dgm:presLayoutVars>
          <dgm:dir/>
          <dgm:animOne val="branch"/>
          <dgm:animLvl val="lvl"/>
        </dgm:presLayoutVars>
      </dgm:prSet>
      <dgm:spPr/>
    </dgm:pt>
    <dgm:pt modelId="{7B2921AB-D12B-4B97-BA1D-A1681F45FBEB}" type="pres">
      <dgm:prSet presAssocID="{9898EDB0-06E2-4FE6-BE30-F7D8B6B29C5F}" presName="thickLine" presStyleLbl="alignNode1" presStyleIdx="0" presStyleCnt="1"/>
      <dgm:spPr/>
    </dgm:pt>
    <dgm:pt modelId="{70ED7958-1A45-41B9-91B4-D9EAC13DD2E4}" type="pres">
      <dgm:prSet presAssocID="{9898EDB0-06E2-4FE6-BE30-F7D8B6B29C5F}" presName="horz1" presStyleCnt="0"/>
      <dgm:spPr/>
    </dgm:pt>
    <dgm:pt modelId="{F7207838-6D64-4950-BB89-C1960980F139}" type="pres">
      <dgm:prSet presAssocID="{9898EDB0-06E2-4FE6-BE30-F7D8B6B29C5F}" presName="tx1" presStyleLbl="revTx" presStyleIdx="0" presStyleCnt="6"/>
      <dgm:spPr/>
    </dgm:pt>
    <dgm:pt modelId="{FC43AB5F-EE64-46BD-8E92-95A3257D6F94}" type="pres">
      <dgm:prSet presAssocID="{9898EDB0-06E2-4FE6-BE30-F7D8B6B29C5F}" presName="vert1" presStyleCnt="0"/>
      <dgm:spPr/>
    </dgm:pt>
    <dgm:pt modelId="{305A61CE-4C50-481C-92B4-47897E0AD7B3}" type="pres">
      <dgm:prSet presAssocID="{6AD7586A-CFB1-4704-A770-D35FFB6FC220}" presName="vertSpace2a" presStyleCnt="0"/>
      <dgm:spPr/>
    </dgm:pt>
    <dgm:pt modelId="{938A02AF-53C1-4430-AF9D-C89E7B8219FA}" type="pres">
      <dgm:prSet presAssocID="{6AD7586A-CFB1-4704-A770-D35FFB6FC220}" presName="horz2" presStyleCnt="0"/>
      <dgm:spPr/>
    </dgm:pt>
    <dgm:pt modelId="{D061B25F-EC2B-4A83-B678-21E8D0E778BD}" type="pres">
      <dgm:prSet presAssocID="{6AD7586A-CFB1-4704-A770-D35FFB6FC220}" presName="horzSpace2" presStyleCnt="0"/>
      <dgm:spPr/>
    </dgm:pt>
    <dgm:pt modelId="{74B73DBC-B188-450B-89C2-0A57B931E136}" type="pres">
      <dgm:prSet presAssocID="{6AD7586A-CFB1-4704-A770-D35FFB6FC220}" presName="tx2" presStyleLbl="revTx" presStyleIdx="1" presStyleCnt="6"/>
      <dgm:spPr/>
    </dgm:pt>
    <dgm:pt modelId="{F84402F7-1483-40DC-BEF6-8B3D003C7BB9}" type="pres">
      <dgm:prSet presAssocID="{6AD7586A-CFB1-4704-A770-D35FFB6FC220}" presName="vert2" presStyleCnt="0"/>
      <dgm:spPr/>
    </dgm:pt>
    <dgm:pt modelId="{BF2AE14C-6187-4A6B-81F5-52E4329E65CC}" type="pres">
      <dgm:prSet presAssocID="{6AD7586A-CFB1-4704-A770-D35FFB6FC220}" presName="thinLine2b" presStyleLbl="callout" presStyleIdx="0" presStyleCnt="5"/>
      <dgm:spPr/>
    </dgm:pt>
    <dgm:pt modelId="{C162E066-6A14-4B96-83BF-C53A29E065F3}" type="pres">
      <dgm:prSet presAssocID="{6AD7586A-CFB1-4704-A770-D35FFB6FC220}" presName="vertSpace2b" presStyleCnt="0"/>
      <dgm:spPr/>
    </dgm:pt>
    <dgm:pt modelId="{E511CDD8-7A87-4EE3-8596-48A6B4189DD9}" type="pres">
      <dgm:prSet presAssocID="{8EA3D27F-AEB2-4ED7-80DE-94FFFF8504A6}" presName="horz2" presStyleCnt="0"/>
      <dgm:spPr/>
    </dgm:pt>
    <dgm:pt modelId="{C704AFA8-7A89-43CC-BA85-2405746C6E27}" type="pres">
      <dgm:prSet presAssocID="{8EA3D27F-AEB2-4ED7-80DE-94FFFF8504A6}" presName="horzSpace2" presStyleCnt="0"/>
      <dgm:spPr/>
    </dgm:pt>
    <dgm:pt modelId="{B94CA831-663D-4A3C-A9CB-0E45E00CF9B3}" type="pres">
      <dgm:prSet presAssocID="{8EA3D27F-AEB2-4ED7-80DE-94FFFF8504A6}" presName="tx2" presStyleLbl="revTx" presStyleIdx="2" presStyleCnt="6"/>
      <dgm:spPr/>
    </dgm:pt>
    <dgm:pt modelId="{6CB43545-DD05-444A-A4B5-9CF711D1F431}" type="pres">
      <dgm:prSet presAssocID="{8EA3D27F-AEB2-4ED7-80DE-94FFFF8504A6}" presName="vert2" presStyleCnt="0"/>
      <dgm:spPr/>
    </dgm:pt>
    <dgm:pt modelId="{1A7464DC-F348-4694-B349-25B01E57620F}" type="pres">
      <dgm:prSet presAssocID="{8EA3D27F-AEB2-4ED7-80DE-94FFFF8504A6}" presName="thinLine2b" presStyleLbl="callout" presStyleIdx="1" presStyleCnt="5"/>
      <dgm:spPr/>
    </dgm:pt>
    <dgm:pt modelId="{D1929A44-48CF-4928-BFFB-737FC7759541}" type="pres">
      <dgm:prSet presAssocID="{8EA3D27F-AEB2-4ED7-80DE-94FFFF8504A6}" presName="vertSpace2b" presStyleCnt="0"/>
      <dgm:spPr/>
    </dgm:pt>
    <dgm:pt modelId="{C6FE361E-E582-4183-A774-31E4C6679D2C}" type="pres">
      <dgm:prSet presAssocID="{13FE9F77-3D1D-4896-8CCB-3ECFE946D0E3}" presName="horz2" presStyleCnt="0"/>
      <dgm:spPr/>
    </dgm:pt>
    <dgm:pt modelId="{62154AF6-C598-4EF5-9B09-61053B11DEF7}" type="pres">
      <dgm:prSet presAssocID="{13FE9F77-3D1D-4896-8CCB-3ECFE946D0E3}" presName="horzSpace2" presStyleCnt="0"/>
      <dgm:spPr/>
    </dgm:pt>
    <dgm:pt modelId="{E9A23F90-A371-4482-A3FD-6B47B5D41D4B}" type="pres">
      <dgm:prSet presAssocID="{13FE9F77-3D1D-4896-8CCB-3ECFE946D0E3}" presName="tx2" presStyleLbl="revTx" presStyleIdx="3" presStyleCnt="6"/>
      <dgm:spPr/>
    </dgm:pt>
    <dgm:pt modelId="{0BAB0451-0B86-4C15-BB7E-5A0197755B8A}" type="pres">
      <dgm:prSet presAssocID="{13FE9F77-3D1D-4896-8CCB-3ECFE946D0E3}" presName="vert2" presStyleCnt="0"/>
      <dgm:spPr/>
    </dgm:pt>
    <dgm:pt modelId="{21D2F1AF-6271-45C3-A429-D251724D5583}" type="pres">
      <dgm:prSet presAssocID="{13FE9F77-3D1D-4896-8CCB-3ECFE946D0E3}" presName="thinLine2b" presStyleLbl="callout" presStyleIdx="2" presStyleCnt="5"/>
      <dgm:spPr/>
    </dgm:pt>
    <dgm:pt modelId="{8D45F482-EE83-4895-9D8E-E4611BEE55CA}" type="pres">
      <dgm:prSet presAssocID="{13FE9F77-3D1D-4896-8CCB-3ECFE946D0E3}" presName="vertSpace2b" presStyleCnt="0"/>
      <dgm:spPr/>
    </dgm:pt>
    <dgm:pt modelId="{4091C765-CDB7-4207-B74F-54E965BAB7DA}" type="pres">
      <dgm:prSet presAssocID="{1476AB47-B6E3-48D2-AFE0-7FA6B496635D}" presName="horz2" presStyleCnt="0"/>
      <dgm:spPr/>
    </dgm:pt>
    <dgm:pt modelId="{B3120828-BBA1-4CCA-927A-2BB8291286C0}" type="pres">
      <dgm:prSet presAssocID="{1476AB47-B6E3-48D2-AFE0-7FA6B496635D}" presName="horzSpace2" presStyleCnt="0"/>
      <dgm:spPr/>
    </dgm:pt>
    <dgm:pt modelId="{65FBB273-15FB-4A12-8922-5BC5A72C8461}" type="pres">
      <dgm:prSet presAssocID="{1476AB47-B6E3-48D2-AFE0-7FA6B496635D}" presName="tx2" presStyleLbl="revTx" presStyleIdx="4" presStyleCnt="6"/>
      <dgm:spPr/>
    </dgm:pt>
    <dgm:pt modelId="{2894CB82-0FDC-4C35-A6D7-A2E81B8C10D3}" type="pres">
      <dgm:prSet presAssocID="{1476AB47-B6E3-48D2-AFE0-7FA6B496635D}" presName="vert2" presStyleCnt="0"/>
      <dgm:spPr/>
    </dgm:pt>
    <dgm:pt modelId="{BB6355DA-CD59-49BE-9CA2-095438E7063E}" type="pres">
      <dgm:prSet presAssocID="{1476AB47-B6E3-48D2-AFE0-7FA6B496635D}" presName="thinLine2b" presStyleLbl="callout" presStyleIdx="3" presStyleCnt="5"/>
      <dgm:spPr/>
    </dgm:pt>
    <dgm:pt modelId="{03544FBC-EDAA-4B90-9D2D-EBE8BD24B20F}" type="pres">
      <dgm:prSet presAssocID="{1476AB47-B6E3-48D2-AFE0-7FA6B496635D}" presName="vertSpace2b" presStyleCnt="0"/>
      <dgm:spPr/>
    </dgm:pt>
    <dgm:pt modelId="{0A32988A-327A-4225-88DA-9C5E4F7C830D}" type="pres">
      <dgm:prSet presAssocID="{7C53ACA7-8E20-4CFE-B441-CA27C5DE1EC0}" presName="horz2" presStyleCnt="0"/>
      <dgm:spPr/>
    </dgm:pt>
    <dgm:pt modelId="{0BFE4F1D-5122-4B78-BD60-913EF4355063}" type="pres">
      <dgm:prSet presAssocID="{7C53ACA7-8E20-4CFE-B441-CA27C5DE1EC0}" presName="horzSpace2" presStyleCnt="0"/>
      <dgm:spPr/>
    </dgm:pt>
    <dgm:pt modelId="{982D0FB6-B3E4-4BBF-B698-A0C42C50E01A}" type="pres">
      <dgm:prSet presAssocID="{7C53ACA7-8E20-4CFE-B441-CA27C5DE1EC0}" presName="tx2" presStyleLbl="revTx" presStyleIdx="5" presStyleCnt="6"/>
      <dgm:spPr/>
    </dgm:pt>
    <dgm:pt modelId="{784000C4-37C8-4966-BA05-8C48BC263D48}" type="pres">
      <dgm:prSet presAssocID="{7C53ACA7-8E20-4CFE-B441-CA27C5DE1EC0}" presName="vert2" presStyleCnt="0"/>
      <dgm:spPr/>
    </dgm:pt>
    <dgm:pt modelId="{9E5ED5C5-1481-4BBE-8E9D-BAC92EECF39B}" type="pres">
      <dgm:prSet presAssocID="{7C53ACA7-8E20-4CFE-B441-CA27C5DE1EC0}" presName="thinLine2b" presStyleLbl="callout" presStyleIdx="4" presStyleCnt="5"/>
      <dgm:spPr/>
    </dgm:pt>
    <dgm:pt modelId="{4E96F64A-7CB5-49E5-A3A2-172A2B0E6DAC}" type="pres">
      <dgm:prSet presAssocID="{7C53ACA7-8E20-4CFE-B441-CA27C5DE1EC0}" presName="vertSpace2b" presStyleCnt="0"/>
      <dgm:spPr/>
    </dgm:pt>
  </dgm:ptLst>
  <dgm:cxnLst>
    <dgm:cxn modelId="{D9C1BF05-8924-461E-99CA-A4D3B0493F02}" type="presOf" srcId="{6AD7586A-CFB1-4704-A770-D35FFB6FC220}" destId="{74B73DBC-B188-450B-89C2-0A57B931E136}" srcOrd="0" destOrd="0" presId="urn:microsoft.com/office/officeart/2008/layout/LinedList"/>
    <dgm:cxn modelId="{7F594008-4539-4591-92E2-A76E5237C2CB}" type="presOf" srcId="{13FE9F77-3D1D-4896-8CCB-3ECFE946D0E3}" destId="{E9A23F90-A371-4482-A3FD-6B47B5D41D4B}" srcOrd="0" destOrd="0" presId="urn:microsoft.com/office/officeart/2008/layout/LinedList"/>
    <dgm:cxn modelId="{4FA59922-2AEF-4E79-94AF-46FE0F32C1C5}" type="presOf" srcId="{1476AB47-B6E3-48D2-AFE0-7FA6B496635D}" destId="{65FBB273-15FB-4A12-8922-5BC5A72C8461}" srcOrd="0" destOrd="0" presId="urn:microsoft.com/office/officeart/2008/layout/LinedList"/>
    <dgm:cxn modelId="{41903C71-C34D-4928-9E9F-F6942547D86C}" srcId="{9898EDB0-06E2-4FE6-BE30-F7D8B6B29C5F}" destId="{8EA3D27F-AEB2-4ED7-80DE-94FFFF8504A6}" srcOrd="1" destOrd="0" parTransId="{8C244269-BB8A-4C59-81C8-79335C47BCC8}" sibTransId="{C1526C8C-632A-4E26-A68F-3FD8BEBCBD48}"/>
    <dgm:cxn modelId="{97D35C54-7D87-4AB3-9966-D73A91619AC9}" type="presOf" srcId="{8707FCF0-D072-4BD9-8B3B-63FA807D1000}" destId="{54E5DB8D-F378-425E-ABD2-231D548316EE}" srcOrd="0" destOrd="0" presId="urn:microsoft.com/office/officeart/2008/layout/LinedList"/>
    <dgm:cxn modelId="{97CE05AB-992E-4FCB-A014-7447F571801F}" srcId="{9898EDB0-06E2-4FE6-BE30-F7D8B6B29C5F}" destId="{13FE9F77-3D1D-4896-8CCB-3ECFE946D0E3}" srcOrd="2" destOrd="0" parTransId="{A446E454-3190-45A6-B012-EFC3DB5D6EC6}" sibTransId="{2E134796-D263-4922-8B17-D6F68EAE8039}"/>
    <dgm:cxn modelId="{72107BBE-21DE-42DC-8AAA-8F88C53F8272}" srcId="{9898EDB0-06E2-4FE6-BE30-F7D8B6B29C5F}" destId="{6AD7586A-CFB1-4704-A770-D35FFB6FC220}" srcOrd="0" destOrd="0" parTransId="{496A4E74-4815-46D8-8C8C-2D4B521C4158}" sibTransId="{04A6978C-155E-4903-B931-A1E827B67526}"/>
    <dgm:cxn modelId="{6BF03DC4-44BB-4F4D-A8F6-E97757479A0A}" type="presOf" srcId="{7C53ACA7-8E20-4CFE-B441-CA27C5DE1EC0}" destId="{982D0FB6-B3E4-4BBF-B698-A0C42C50E01A}" srcOrd="0" destOrd="0" presId="urn:microsoft.com/office/officeart/2008/layout/LinedList"/>
    <dgm:cxn modelId="{DCF652C8-D86C-4624-A5B2-65C2F7F1D574}" type="presOf" srcId="{9898EDB0-06E2-4FE6-BE30-F7D8B6B29C5F}" destId="{F7207838-6D64-4950-BB89-C1960980F139}" srcOrd="0" destOrd="0" presId="urn:microsoft.com/office/officeart/2008/layout/LinedList"/>
    <dgm:cxn modelId="{892AD7CA-FAAC-4DB4-A229-094E82930964}" type="presOf" srcId="{8EA3D27F-AEB2-4ED7-80DE-94FFFF8504A6}" destId="{B94CA831-663D-4A3C-A9CB-0E45E00CF9B3}" srcOrd="0" destOrd="0" presId="urn:microsoft.com/office/officeart/2008/layout/LinedList"/>
    <dgm:cxn modelId="{12586FD7-A715-4B0A-A09D-EF7347345275}" srcId="{9898EDB0-06E2-4FE6-BE30-F7D8B6B29C5F}" destId="{7C53ACA7-8E20-4CFE-B441-CA27C5DE1EC0}" srcOrd="4" destOrd="0" parTransId="{8187A021-3C48-4692-9623-591BE64A73C2}" sibTransId="{43D08FF9-7D01-494E-9058-BDC27DFB71F7}"/>
    <dgm:cxn modelId="{0A7E7DEF-5C32-4095-9D99-3DFD0222B632}" srcId="{9898EDB0-06E2-4FE6-BE30-F7D8B6B29C5F}" destId="{1476AB47-B6E3-48D2-AFE0-7FA6B496635D}" srcOrd="3" destOrd="0" parTransId="{D1C1D92C-35EB-4F63-9AD4-27BBF5EA65E8}" sibTransId="{5238260C-C27B-4669-995E-3891C00893B0}"/>
    <dgm:cxn modelId="{180A02F1-A5A6-4854-982D-B5A28D0FD523}" srcId="{8707FCF0-D072-4BD9-8B3B-63FA807D1000}" destId="{9898EDB0-06E2-4FE6-BE30-F7D8B6B29C5F}" srcOrd="0" destOrd="0" parTransId="{99A6AA5F-76A2-4093-987B-B8FDADA68FB7}" sibTransId="{53A87779-3513-467E-9BF3-27A2908EEFF6}"/>
    <dgm:cxn modelId="{AA2ADE97-7C36-44AE-81EC-959FFE5B8255}" type="presParOf" srcId="{54E5DB8D-F378-425E-ABD2-231D548316EE}" destId="{7B2921AB-D12B-4B97-BA1D-A1681F45FBEB}" srcOrd="0" destOrd="0" presId="urn:microsoft.com/office/officeart/2008/layout/LinedList"/>
    <dgm:cxn modelId="{04B4CCB1-FC97-47F2-BB73-9F83B137080C}" type="presParOf" srcId="{54E5DB8D-F378-425E-ABD2-231D548316EE}" destId="{70ED7958-1A45-41B9-91B4-D9EAC13DD2E4}" srcOrd="1" destOrd="0" presId="urn:microsoft.com/office/officeart/2008/layout/LinedList"/>
    <dgm:cxn modelId="{417D28CB-21BC-481F-82E0-C1756A97B554}" type="presParOf" srcId="{70ED7958-1A45-41B9-91B4-D9EAC13DD2E4}" destId="{F7207838-6D64-4950-BB89-C1960980F139}" srcOrd="0" destOrd="0" presId="urn:microsoft.com/office/officeart/2008/layout/LinedList"/>
    <dgm:cxn modelId="{24949A95-A677-4469-9824-41546779C32A}" type="presParOf" srcId="{70ED7958-1A45-41B9-91B4-D9EAC13DD2E4}" destId="{FC43AB5F-EE64-46BD-8E92-95A3257D6F94}" srcOrd="1" destOrd="0" presId="urn:microsoft.com/office/officeart/2008/layout/LinedList"/>
    <dgm:cxn modelId="{4CB0D056-31CD-43C4-80E1-4B4B5634E345}" type="presParOf" srcId="{FC43AB5F-EE64-46BD-8E92-95A3257D6F94}" destId="{305A61CE-4C50-481C-92B4-47897E0AD7B3}" srcOrd="0" destOrd="0" presId="urn:microsoft.com/office/officeart/2008/layout/LinedList"/>
    <dgm:cxn modelId="{2A13C515-0485-4246-B19D-56D28A4F0BA5}" type="presParOf" srcId="{FC43AB5F-EE64-46BD-8E92-95A3257D6F94}" destId="{938A02AF-53C1-4430-AF9D-C89E7B8219FA}" srcOrd="1" destOrd="0" presId="urn:microsoft.com/office/officeart/2008/layout/LinedList"/>
    <dgm:cxn modelId="{44B78B99-663C-4A0D-893D-069C19F1AEF8}" type="presParOf" srcId="{938A02AF-53C1-4430-AF9D-C89E7B8219FA}" destId="{D061B25F-EC2B-4A83-B678-21E8D0E778BD}" srcOrd="0" destOrd="0" presId="urn:microsoft.com/office/officeart/2008/layout/LinedList"/>
    <dgm:cxn modelId="{D308AF00-1D18-423C-A83A-3605C7F134D1}" type="presParOf" srcId="{938A02AF-53C1-4430-AF9D-C89E7B8219FA}" destId="{74B73DBC-B188-450B-89C2-0A57B931E136}" srcOrd="1" destOrd="0" presId="urn:microsoft.com/office/officeart/2008/layout/LinedList"/>
    <dgm:cxn modelId="{C777FA60-EC00-4837-988D-0B9FA960973E}" type="presParOf" srcId="{938A02AF-53C1-4430-AF9D-C89E7B8219FA}" destId="{F84402F7-1483-40DC-BEF6-8B3D003C7BB9}" srcOrd="2" destOrd="0" presId="urn:microsoft.com/office/officeart/2008/layout/LinedList"/>
    <dgm:cxn modelId="{B3182F87-FA0D-4586-99CD-6A1A26F06DD8}" type="presParOf" srcId="{FC43AB5F-EE64-46BD-8E92-95A3257D6F94}" destId="{BF2AE14C-6187-4A6B-81F5-52E4329E65CC}" srcOrd="2" destOrd="0" presId="urn:microsoft.com/office/officeart/2008/layout/LinedList"/>
    <dgm:cxn modelId="{84997C88-1B96-414F-8FAA-46570DBF2E37}" type="presParOf" srcId="{FC43AB5F-EE64-46BD-8E92-95A3257D6F94}" destId="{C162E066-6A14-4B96-83BF-C53A29E065F3}" srcOrd="3" destOrd="0" presId="urn:microsoft.com/office/officeart/2008/layout/LinedList"/>
    <dgm:cxn modelId="{7C88E0FF-4715-4D59-AE94-3C355DB235C0}" type="presParOf" srcId="{FC43AB5F-EE64-46BD-8E92-95A3257D6F94}" destId="{E511CDD8-7A87-4EE3-8596-48A6B4189DD9}" srcOrd="4" destOrd="0" presId="urn:microsoft.com/office/officeart/2008/layout/LinedList"/>
    <dgm:cxn modelId="{4FBB6FFB-6ECF-462D-9C53-B174BCC731FE}" type="presParOf" srcId="{E511CDD8-7A87-4EE3-8596-48A6B4189DD9}" destId="{C704AFA8-7A89-43CC-BA85-2405746C6E27}" srcOrd="0" destOrd="0" presId="urn:microsoft.com/office/officeart/2008/layout/LinedList"/>
    <dgm:cxn modelId="{ECF22CCE-7CD7-45D0-9BE5-F2216EBE98D3}" type="presParOf" srcId="{E511CDD8-7A87-4EE3-8596-48A6B4189DD9}" destId="{B94CA831-663D-4A3C-A9CB-0E45E00CF9B3}" srcOrd="1" destOrd="0" presId="urn:microsoft.com/office/officeart/2008/layout/LinedList"/>
    <dgm:cxn modelId="{B9E2ACF8-12BE-40BA-9EC7-5528EC958D52}" type="presParOf" srcId="{E511CDD8-7A87-4EE3-8596-48A6B4189DD9}" destId="{6CB43545-DD05-444A-A4B5-9CF711D1F431}" srcOrd="2" destOrd="0" presId="urn:microsoft.com/office/officeart/2008/layout/LinedList"/>
    <dgm:cxn modelId="{E8730834-5A8A-432C-91DE-33D5C730CD67}" type="presParOf" srcId="{FC43AB5F-EE64-46BD-8E92-95A3257D6F94}" destId="{1A7464DC-F348-4694-B349-25B01E57620F}" srcOrd="5" destOrd="0" presId="urn:microsoft.com/office/officeart/2008/layout/LinedList"/>
    <dgm:cxn modelId="{7A1CC20C-98F2-49BA-AC2A-60762D7F530E}" type="presParOf" srcId="{FC43AB5F-EE64-46BD-8E92-95A3257D6F94}" destId="{D1929A44-48CF-4928-BFFB-737FC7759541}" srcOrd="6" destOrd="0" presId="urn:microsoft.com/office/officeart/2008/layout/LinedList"/>
    <dgm:cxn modelId="{546214EA-B505-46E4-852D-4CEFF194FFC5}" type="presParOf" srcId="{FC43AB5F-EE64-46BD-8E92-95A3257D6F94}" destId="{C6FE361E-E582-4183-A774-31E4C6679D2C}" srcOrd="7" destOrd="0" presId="urn:microsoft.com/office/officeart/2008/layout/LinedList"/>
    <dgm:cxn modelId="{2C3E7A86-50AB-4036-9EB3-D990B148DCBD}" type="presParOf" srcId="{C6FE361E-E582-4183-A774-31E4C6679D2C}" destId="{62154AF6-C598-4EF5-9B09-61053B11DEF7}" srcOrd="0" destOrd="0" presId="urn:microsoft.com/office/officeart/2008/layout/LinedList"/>
    <dgm:cxn modelId="{15918209-3417-4BDB-AE6D-440CAF927602}" type="presParOf" srcId="{C6FE361E-E582-4183-A774-31E4C6679D2C}" destId="{E9A23F90-A371-4482-A3FD-6B47B5D41D4B}" srcOrd="1" destOrd="0" presId="urn:microsoft.com/office/officeart/2008/layout/LinedList"/>
    <dgm:cxn modelId="{84E23AE9-183B-4B31-BBB2-EAD698D154A4}" type="presParOf" srcId="{C6FE361E-E582-4183-A774-31E4C6679D2C}" destId="{0BAB0451-0B86-4C15-BB7E-5A0197755B8A}" srcOrd="2" destOrd="0" presId="urn:microsoft.com/office/officeart/2008/layout/LinedList"/>
    <dgm:cxn modelId="{0926DBAE-5F16-4876-AD7A-3FB10C897C82}" type="presParOf" srcId="{FC43AB5F-EE64-46BD-8E92-95A3257D6F94}" destId="{21D2F1AF-6271-45C3-A429-D251724D5583}" srcOrd="8" destOrd="0" presId="urn:microsoft.com/office/officeart/2008/layout/LinedList"/>
    <dgm:cxn modelId="{181BBF01-B2FE-4A82-8E52-393DFEF2D004}" type="presParOf" srcId="{FC43AB5F-EE64-46BD-8E92-95A3257D6F94}" destId="{8D45F482-EE83-4895-9D8E-E4611BEE55CA}" srcOrd="9" destOrd="0" presId="urn:microsoft.com/office/officeart/2008/layout/LinedList"/>
    <dgm:cxn modelId="{578A32E3-EA79-46AE-A023-43678CB3ADBA}" type="presParOf" srcId="{FC43AB5F-EE64-46BD-8E92-95A3257D6F94}" destId="{4091C765-CDB7-4207-B74F-54E965BAB7DA}" srcOrd="10" destOrd="0" presId="urn:microsoft.com/office/officeart/2008/layout/LinedList"/>
    <dgm:cxn modelId="{13D991E5-10B6-4F49-86A4-BF4938E6FFE0}" type="presParOf" srcId="{4091C765-CDB7-4207-B74F-54E965BAB7DA}" destId="{B3120828-BBA1-4CCA-927A-2BB8291286C0}" srcOrd="0" destOrd="0" presId="urn:microsoft.com/office/officeart/2008/layout/LinedList"/>
    <dgm:cxn modelId="{7C5629F2-927E-4F7A-8388-4D28F3493566}" type="presParOf" srcId="{4091C765-CDB7-4207-B74F-54E965BAB7DA}" destId="{65FBB273-15FB-4A12-8922-5BC5A72C8461}" srcOrd="1" destOrd="0" presId="urn:microsoft.com/office/officeart/2008/layout/LinedList"/>
    <dgm:cxn modelId="{B72B84F6-0629-49B2-B8B3-042F6809E387}" type="presParOf" srcId="{4091C765-CDB7-4207-B74F-54E965BAB7DA}" destId="{2894CB82-0FDC-4C35-A6D7-A2E81B8C10D3}" srcOrd="2" destOrd="0" presId="urn:microsoft.com/office/officeart/2008/layout/LinedList"/>
    <dgm:cxn modelId="{B84A85EC-124F-433E-9D28-6A5FD74F85C3}" type="presParOf" srcId="{FC43AB5F-EE64-46BD-8E92-95A3257D6F94}" destId="{BB6355DA-CD59-49BE-9CA2-095438E7063E}" srcOrd="11" destOrd="0" presId="urn:microsoft.com/office/officeart/2008/layout/LinedList"/>
    <dgm:cxn modelId="{61E60D84-C239-4D27-8B53-E538A4EDC1A4}" type="presParOf" srcId="{FC43AB5F-EE64-46BD-8E92-95A3257D6F94}" destId="{03544FBC-EDAA-4B90-9D2D-EBE8BD24B20F}" srcOrd="12" destOrd="0" presId="urn:microsoft.com/office/officeart/2008/layout/LinedList"/>
    <dgm:cxn modelId="{265EC825-A055-4952-A079-8D42E2C5DCA0}" type="presParOf" srcId="{FC43AB5F-EE64-46BD-8E92-95A3257D6F94}" destId="{0A32988A-327A-4225-88DA-9C5E4F7C830D}" srcOrd="13" destOrd="0" presId="urn:microsoft.com/office/officeart/2008/layout/LinedList"/>
    <dgm:cxn modelId="{64515FE5-68AA-4EB5-B0B1-85B350307C88}" type="presParOf" srcId="{0A32988A-327A-4225-88DA-9C5E4F7C830D}" destId="{0BFE4F1D-5122-4B78-BD60-913EF4355063}" srcOrd="0" destOrd="0" presId="urn:microsoft.com/office/officeart/2008/layout/LinedList"/>
    <dgm:cxn modelId="{84FD463F-13FC-4C2D-970A-4F57C6492242}" type="presParOf" srcId="{0A32988A-327A-4225-88DA-9C5E4F7C830D}" destId="{982D0FB6-B3E4-4BBF-B698-A0C42C50E01A}" srcOrd="1" destOrd="0" presId="urn:microsoft.com/office/officeart/2008/layout/LinedList"/>
    <dgm:cxn modelId="{7BFECD91-4B14-441E-A27A-C11686CB0C5F}" type="presParOf" srcId="{0A32988A-327A-4225-88DA-9C5E4F7C830D}" destId="{784000C4-37C8-4966-BA05-8C48BC263D48}" srcOrd="2" destOrd="0" presId="urn:microsoft.com/office/officeart/2008/layout/LinedList"/>
    <dgm:cxn modelId="{B6276AED-9D6C-40F7-8C60-EAF775C062ED}" type="presParOf" srcId="{FC43AB5F-EE64-46BD-8E92-95A3257D6F94}" destId="{9E5ED5C5-1481-4BBE-8E9D-BAC92EECF39B}" srcOrd="14" destOrd="0" presId="urn:microsoft.com/office/officeart/2008/layout/LinedList"/>
    <dgm:cxn modelId="{0A42D761-1A63-4340-AA2F-35D8B1E2E292}" type="presParOf" srcId="{FC43AB5F-EE64-46BD-8E92-95A3257D6F94}" destId="{4E96F64A-7CB5-49E5-A3A2-172A2B0E6DAC}"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5570E5-111A-4FB7-B05E-01718631A2A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2D67F862-66B5-4322-8276-DA4217A439A2}">
      <dgm:prSet phldrT="[Text]"/>
      <dgm:spPr/>
      <dgm:t>
        <a:bodyPr/>
        <a:lstStyle/>
        <a:p>
          <a:pPr>
            <a:buNone/>
          </a:pPr>
          <a:r>
            <a:rPr lang="en-US" dirty="0"/>
            <a:t>Observation</a:t>
          </a:r>
        </a:p>
      </dgm:t>
    </dgm:pt>
    <dgm:pt modelId="{A4A4A6F0-53F7-4FA1-8A8B-9358CA928179}" type="parTrans" cxnId="{42677C1E-7773-4ED3-B47A-0BADACCB98C4}">
      <dgm:prSet/>
      <dgm:spPr/>
      <dgm:t>
        <a:bodyPr/>
        <a:lstStyle/>
        <a:p>
          <a:endParaRPr lang="en-US"/>
        </a:p>
      </dgm:t>
    </dgm:pt>
    <dgm:pt modelId="{7245EB31-D1B2-4A38-BFBB-F419FEF0B3B5}" type="sibTrans" cxnId="{42677C1E-7773-4ED3-B47A-0BADACCB98C4}">
      <dgm:prSet/>
      <dgm:spPr/>
      <dgm:t>
        <a:bodyPr/>
        <a:lstStyle/>
        <a:p>
          <a:endParaRPr lang="en-US"/>
        </a:p>
      </dgm:t>
    </dgm:pt>
    <dgm:pt modelId="{0B8A4D9A-966F-449F-939F-9DEE445A02E8}">
      <dgm:prSet phldrT="[Text]"/>
      <dgm:spPr/>
      <dgm:t>
        <a:bodyPr/>
        <a:lstStyle/>
        <a:p>
          <a:pPr>
            <a:buNone/>
          </a:pPr>
          <a:r>
            <a:rPr lang="en-US" b="1" dirty="0" err="1"/>
            <a:t>Overspeeding</a:t>
          </a:r>
          <a:r>
            <a:rPr lang="en-US" b="1" dirty="0"/>
            <a:t> is the leading cause</a:t>
          </a:r>
          <a:r>
            <a:rPr lang="en-US" dirty="0"/>
            <a:t> of fatalities (over 300 deaths</a:t>
          </a:r>
        </a:p>
      </dgm:t>
    </dgm:pt>
    <dgm:pt modelId="{0D4744A2-F6A3-44E6-BFC7-C8BE5BE5E358}" type="parTrans" cxnId="{A680C5AE-B9DD-4021-902B-A6EC317C9EE2}">
      <dgm:prSet/>
      <dgm:spPr/>
      <dgm:t>
        <a:bodyPr/>
        <a:lstStyle/>
        <a:p>
          <a:endParaRPr lang="en-US"/>
        </a:p>
      </dgm:t>
    </dgm:pt>
    <dgm:pt modelId="{3E5DE494-D290-4CDE-9CEB-8F33B5225E75}" type="sibTrans" cxnId="{A680C5AE-B9DD-4021-902B-A6EC317C9EE2}">
      <dgm:prSet/>
      <dgm:spPr/>
      <dgm:t>
        <a:bodyPr/>
        <a:lstStyle/>
        <a:p>
          <a:endParaRPr lang="en-US"/>
        </a:p>
      </dgm:t>
    </dgm:pt>
    <dgm:pt modelId="{43FDFE86-2DDB-4629-A5BA-2F48DE2F57ED}">
      <dgm:prSet phldrT="[Text]"/>
      <dgm:spPr/>
      <dgm:t>
        <a:bodyPr/>
        <a:lstStyle/>
        <a:p>
          <a:pPr>
            <a:buNone/>
          </a:pPr>
          <a:r>
            <a:rPr lang="en-US" dirty="0"/>
            <a:t>Drunk driving is the second major cause</a:t>
          </a:r>
        </a:p>
      </dgm:t>
    </dgm:pt>
    <dgm:pt modelId="{1B93668F-6E19-4B1D-997A-24221E4EDC95}" type="parTrans" cxnId="{3C5A4FF2-88BF-4D0C-97C0-3C72F0A132B5}">
      <dgm:prSet/>
      <dgm:spPr/>
      <dgm:t>
        <a:bodyPr/>
        <a:lstStyle/>
        <a:p>
          <a:endParaRPr lang="en-US"/>
        </a:p>
      </dgm:t>
    </dgm:pt>
    <dgm:pt modelId="{A3727EE8-A0AC-482B-8669-F13B1A141113}" type="sibTrans" cxnId="{3C5A4FF2-88BF-4D0C-97C0-3C72F0A132B5}">
      <dgm:prSet/>
      <dgm:spPr/>
      <dgm:t>
        <a:bodyPr/>
        <a:lstStyle/>
        <a:p>
          <a:endParaRPr lang="en-US"/>
        </a:p>
      </dgm:t>
    </dgm:pt>
    <dgm:pt modelId="{1391EF5A-A4A7-4302-878B-8FC02C5F78BB}">
      <dgm:prSet phldrT="[Text]"/>
      <dgm:spPr/>
      <dgm:t>
        <a:bodyPr/>
        <a:lstStyle/>
        <a:p>
          <a:pPr>
            <a:buNone/>
          </a:pPr>
          <a:r>
            <a:rPr lang="en-US" dirty="0"/>
            <a:t>Distracted driving ranks third. </a:t>
          </a:r>
        </a:p>
      </dgm:t>
    </dgm:pt>
    <dgm:pt modelId="{58A41E20-A909-4F86-AA05-863D6FD9CB01}" type="parTrans" cxnId="{3323520E-9F02-41D0-93C9-776AE3A843F7}">
      <dgm:prSet/>
      <dgm:spPr/>
      <dgm:t>
        <a:bodyPr/>
        <a:lstStyle/>
        <a:p>
          <a:endParaRPr lang="en-US"/>
        </a:p>
      </dgm:t>
    </dgm:pt>
    <dgm:pt modelId="{477ED907-171D-4F83-909B-42DAE32A1F78}" type="sibTrans" cxnId="{3323520E-9F02-41D0-93C9-776AE3A843F7}">
      <dgm:prSet/>
      <dgm:spPr/>
      <dgm:t>
        <a:bodyPr/>
        <a:lstStyle/>
        <a:p>
          <a:endParaRPr lang="en-US"/>
        </a:p>
      </dgm:t>
    </dgm:pt>
    <dgm:pt modelId="{CB887D5D-9966-479E-9800-CF242C7CE997}">
      <dgm:prSet phldrT="[Text]"/>
      <dgm:spPr/>
      <dgm:t>
        <a:bodyPr/>
        <a:lstStyle/>
        <a:p>
          <a:pPr>
            <a:buNone/>
          </a:pPr>
          <a:r>
            <a:rPr lang="en-US"/>
            <a:t>Mechanical failure and fatigue contribute the least.</a:t>
          </a:r>
          <a:endParaRPr lang="en-US" dirty="0"/>
        </a:p>
      </dgm:t>
    </dgm:pt>
    <dgm:pt modelId="{3AF9160A-5B9D-4BAA-961D-E4A5A2B561BB}" type="parTrans" cxnId="{AB6A0386-355D-42D7-AA00-CA941F998AAF}">
      <dgm:prSet/>
      <dgm:spPr/>
    </dgm:pt>
    <dgm:pt modelId="{B8C9F910-5B8B-4A01-8258-862DBD667859}" type="sibTrans" cxnId="{AB6A0386-355D-42D7-AA00-CA941F998AAF}">
      <dgm:prSet/>
      <dgm:spPr/>
    </dgm:pt>
    <dgm:pt modelId="{FDB565CC-5B06-478F-89EC-A22F3CF3B678}" type="pres">
      <dgm:prSet presAssocID="{1E5570E5-111A-4FB7-B05E-01718631A2A5}" presName="vert0" presStyleCnt="0">
        <dgm:presLayoutVars>
          <dgm:dir/>
          <dgm:animOne val="branch"/>
          <dgm:animLvl val="lvl"/>
        </dgm:presLayoutVars>
      </dgm:prSet>
      <dgm:spPr/>
    </dgm:pt>
    <dgm:pt modelId="{413BE394-6A03-4124-8753-2EB9B8116576}" type="pres">
      <dgm:prSet presAssocID="{2D67F862-66B5-4322-8276-DA4217A439A2}" presName="thickLine" presStyleLbl="alignNode1" presStyleIdx="0" presStyleCnt="1"/>
      <dgm:spPr/>
    </dgm:pt>
    <dgm:pt modelId="{99CE806C-3C30-4C66-AAC9-7CCBCD42F792}" type="pres">
      <dgm:prSet presAssocID="{2D67F862-66B5-4322-8276-DA4217A439A2}" presName="horz1" presStyleCnt="0"/>
      <dgm:spPr/>
    </dgm:pt>
    <dgm:pt modelId="{9CB03D41-42F6-4ADD-AA4A-C9C719F98736}" type="pres">
      <dgm:prSet presAssocID="{2D67F862-66B5-4322-8276-DA4217A439A2}" presName="tx1" presStyleLbl="revTx" presStyleIdx="0" presStyleCnt="5"/>
      <dgm:spPr/>
    </dgm:pt>
    <dgm:pt modelId="{AABC0390-DA46-480B-B148-0C8D0FA79255}" type="pres">
      <dgm:prSet presAssocID="{2D67F862-66B5-4322-8276-DA4217A439A2}" presName="vert1" presStyleCnt="0"/>
      <dgm:spPr/>
    </dgm:pt>
    <dgm:pt modelId="{45973CAD-F3CD-4099-9186-48A13B9626DC}" type="pres">
      <dgm:prSet presAssocID="{0B8A4D9A-966F-449F-939F-9DEE445A02E8}" presName="vertSpace2a" presStyleCnt="0"/>
      <dgm:spPr/>
    </dgm:pt>
    <dgm:pt modelId="{C6B127B4-5CC7-4A3B-A24C-C0609E9CF067}" type="pres">
      <dgm:prSet presAssocID="{0B8A4D9A-966F-449F-939F-9DEE445A02E8}" presName="horz2" presStyleCnt="0"/>
      <dgm:spPr/>
    </dgm:pt>
    <dgm:pt modelId="{83F64E47-8DBF-42F7-BAB1-148A8E70E883}" type="pres">
      <dgm:prSet presAssocID="{0B8A4D9A-966F-449F-939F-9DEE445A02E8}" presName="horzSpace2" presStyleCnt="0"/>
      <dgm:spPr/>
    </dgm:pt>
    <dgm:pt modelId="{1DCDFD8C-BA5D-4917-AA47-7624357497CA}" type="pres">
      <dgm:prSet presAssocID="{0B8A4D9A-966F-449F-939F-9DEE445A02E8}" presName="tx2" presStyleLbl="revTx" presStyleIdx="1" presStyleCnt="5"/>
      <dgm:spPr/>
    </dgm:pt>
    <dgm:pt modelId="{58A9F938-4C32-4865-8F62-C7AEE60C588D}" type="pres">
      <dgm:prSet presAssocID="{0B8A4D9A-966F-449F-939F-9DEE445A02E8}" presName="vert2" presStyleCnt="0"/>
      <dgm:spPr/>
    </dgm:pt>
    <dgm:pt modelId="{67B28FE8-C669-4210-BC37-034EBC06D9F3}" type="pres">
      <dgm:prSet presAssocID="{0B8A4D9A-966F-449F-939F-9DEE445A02E8}" presName="thinLine2b" presStyleLbl="callout" presStyleIdx="0" presStyleCnt="4"/>
      <dgm:spPr/>
    </dgm:pt>
    <dgm:pt modelId="{8579EBFB-0E50-4DD5-AFEB-9C13DCA9AB6F}" type="pres">
      <dgm:prSet presAssocID="{0B8A4D9A-966F-449F-939F-9DEE445A02E8}" presName="vertSpace2b" presStyleCnt="0"/>
      <dgm:spPr/>
    </dgm:pt>
    <dgm:pt modelId="{396D8935-A2AC-4439-B848-7368D2E7CBEE}" type="pres">
      <dgm:prSet presAssocID="{43FDFE86-2DDB-4629-A5BA-2F48DE2F57ED}" presName="horz2" presStyleCnt="0"/>
      <dgm:spPr/>
    </dgm:pt>
    <dgm:pt modelId="{4952C974-0AA2-4187-9ADB-E381DF315F48}" type="pres">
      <dgm:prSet presAssocID="{43FDFE86-2DDB-4629-A5BA-2F48DE2F57ED}" presName="horzSpace2" presStyleCnt="0"/>
      <dgm:spPr/>
    </dgm:pt>
    <dgm:pt modelId="{1A192DD6-E099-4926-AAEA-BD50B7F8BD2B}" type="pres">
      <dgm:prSet presAssocID="{43FDFE86-2DDB-4629-A5BA-2F48DE2F57ED}" presName="tx2" presStyleLbl="revTx" presStyleIdx="2" presStyleCnt="5"/>
      <dgm:spPr/>
    </dgm:pt>
    <dgm:pt modelId="{BA986A53-8F6E-45A1-9815-D8022884A6A7}" type="pres">
      <dgm:prSet presAssocID="{43FDFE86-2DDB-4629-A5BA-2F48DE2F57ED}" presName="vert2" presStyleCnt="0"/>
      <dgm:spPr/>
    </dgm:pt>
    <dgm:pt modelId="{272785D4-9832-4079-BC2E-4666C7BD15B9}" type="pres">
      <dgm:prSet presAssocID="{43FDFE86-2DDB-4629-A5BA-2F48DE2F57ED}" presName="thinLine2b" presStyleLbl="callout" presStyleIdx="1" presStyleCnt="4"/>
      <dgm:spPr/>
    </dgm:pt>
    <dgm:pt modelId="{ADC09DAC-34E2-4400-A81C-59778E0EFC5B}" type="pres">
      <dgm:prSet presAssocID="{43FDFE86-2DDB-4629-A5BA-2F48DE2F57ED}" presName="vertSpace2b" presStyleCnt="0"/>
      <dgm:spPr/>
    </dgm:pt>
    <dgm:pt modelId="{B7C419AD-5385-4FA3-BEE9-FE0034155E74}" type="pres">
      <dgm:prSet presAssocID="{1391EF5A-A4A7-4302-878B-8FC02C5F78BB}" presName="horz2" presStyleCnt="0"/>
      <dgm:spPr/>
    </dgm:pt>
    <dgm:pt modelId="{25319DDA-0A10-44FB-82BA-3560B9E507A9}" type="pres">
      <dgm:prSet presAssocID="{1391EF5A-A4A7-4302-878B-8FC02C5F78BB}" presName="horzSpace2" presStyleCnt="0"/>
      <dgm:spPr/>
    </dgm:pt>
    <dgm:pt modelId="{E50FB0DD-2B51-40CE-9AF6-8BAE67513AC4}" type="pres">
      <dgm:prSet presAssocID="{1391EF5A-A4A7-4302-878B-8FC02C5F78BB}" presName="tx2" presStyleLbl="revTx" presStyleIdx="3" presStyleCnt="5"/>
      <dgm:spPr/>
    </dgm:pt>
    <dgm:pt modelId="{CE8E02C5-CC8F-4369-934F-14EBA4B2193C}" type="pres">
      <dgm:prSet presAssocID="{1391EF5A-A4A7-4302-878B-8FC02C5F78BB}" presName="vert2" presStyleCnt="0"/>
      <dgm:spPr/>
    </dgm:pt>
    <dgm:pt modelId="{7C93982F-E25D-40EC-900B-49314962D50E}" type="pres">
      <dgm:prSet presAssocID="{1391EF5A-A4A7-4302-878B-8FC02C5F78BB}" presName="thinLine2b" presStyleLbl="callout" presStyleIdx="2" presStyleCnt="4"/>
      <dgm:spPr/>
    </dgm:pt>
    <dgm:pt modelId="{538D1918-EFBD-4216-97F0-C70343C6C585}" type="pres">
      <dgm:prSet presAssocID="{1391EF5A-A4A7-4302-878B-8FC02C5F78BB}" presName="vertSpace2b" presStyleCnt="0"/>
      <dgm:spPr/>
    </dgm:pt>
    <dgm:pt modelId="{272773F7-DFB9-4C9F-AA84-71141188DFFD}" type="pres">
      <dgm:prSet presAssocID="{CB887D5D-9966-479E-9800-CF242C7CE997}" presName="horz2" presStyleCnt="0"/>
      <dgm:spPr/>
    </dgm:pt>
    <dgm:pt modelId="{C50D13D5-D817-4DA9-A354-78721BFDA6E1}" type="pres">
      <dgm:prSet presAssocID="{CB887D5D-9966-479E-9800-CF242C7CE997}" presName="horzSpace2" presStyleCnt="0"/>
      <dgm:spPr/>
    </dgm:pt>
    <dgm:pt modelId="{F5E72F21-76EB-457A-94E6-73EAD71263C4}" type="pres">
      <dgm:prSet presAssocID="{CB887D5D-9966-479E-9800-CF242C7CE997}" presName="tx2" presStyleLbl="revTx" presStyleIdx="4" presStyleCnt="5"/>
      <dgm:spPr/>
    </dgm:pt>
    <dgm:pt modelId="{F870313A-2E62-4044-AE0E-1CC38860A749}" type="pres">
      <dgm:prSet presAssocID="{CB887D5D-9966-479E-9800-CF242C7CE997}" presName="vert2" presStyleCnt="0"/>
      <dgm:spPr/>
    </dgm:pt>
    <dgm:pt modelId="{AAA2553D-40B5-4638-8874-F0AAD5F6B323}" type="pres">
      <dgm:prSet presAssocID="{CB887D5D-9966-479E-9800-CF242C7CE997}" presName="thinLine2b" presStyleLbl="callout" presStyleIdx="3" presStyleCnt="4"/>
      <dgm:spPr/>
    </dgm:pt>
    <dgm:pt modelId="{213C092F-BC2A-44FF-BC6A-D1A6ED35A544}" type="pres">
      <dgm:prSet presAssocID="{CB887D5D-9966-479E-9800-CF242C7CE997}" presName="vertSpace2b" presStyleCnt="0"/>
      <dgm:spPr/>
    </dgm:pt>
  </dgm:ptLst>
  <dgm:cxnLst>
    <dgm:cxn modelId="{3323520E-9F02-41D0-93C9-776AE3A843F7}" srcId="{2D67F862-66B5-4322-8276-DA4217A439A2}" destId="{1391EF5A-A4A7-4302-878B-8FC02C5F78BB}" srcOrd="2" destOrd="0" parTransId="{58A41E20-A909-4F86-AA05-863D6FD9CB01}" sibTransId="{477ED907-171D-4F83-909B-42DAE32A1F78}"/>
    <dgm:cxn modelId="{42677C1E-7773-4ED3-B47A-0BADACCB98C4}" srcId="{1E5570E5-111A-4FB7-B05E-01718631A2A5}" destId="{2D67F862-66B5-4322-8276-DA4217A439A2}" srcOrd="0" destOrd="0" parTransId="{A4A4A6F0-53F7-4FA1-8A8B-9358CA928179}" sibTransId="{7245EB31-D1B2-4A38-BFBB-F419FEF0B3B5}"/>
    <dgm:cxn modelId="{7E256D3F-5B54-48B7-829E-B808684D2142}" type="presOf" srcId="{CB887D5D-9966-479E-9800-CF242C7CE997}" destId="{F5E72F21-76EB-457A-94E6-73EAD71263C4}" srcOrd="0" destOrd="0" presId="urn:microsoft.com/office/officeart/2008/layout/LinedList"/>
    <dgm:cxn modelId="{0E768369-DD4F-4CE1-9830-7522072D0BA7}" type="presOf" srcId="{2D67F862-66B5-4322-8276-DA4217A439A2}" destId="{9CB03D41-42F6-4ADD-AA4A-C9C719F98736}" srcOrd="0" destOrd="0" presId="urn:microsoft.com/office/officeart/2008/layout/LinedList"/>
    <dgm:cxn modelId="{38B9B96F-2D31-47FC-B98E-C7FBC44A5877}" type="presOf" srcId="{43FDFE86-2DDB-4629-A5BA-2F48DE2F57ED}" destId="{1A192DD6-E099-4926-AAEA-BD50B7F8BD2B}" srcOrd="0" destOrd="0" presId="urn:microsoft.com/office/officeart/2008/layout/LinedList"/>
    <dgm:cxn modelId="{61E8F652-8CCE-4FDF-AE66-799E5A4FBDF0}" type="presOf" srcId="{1391EF5A-A4A7-4302-878B-8FC02C5F78BB}" destId="{E50FB0DD-2B51-40CE-9AF6-8BAE67513AC4}" srcOrd="0" destOrd="0" presId="urn:microsoft.com/office/officeart/2008/layout/LinedList"/>
    <dgm:cxn modelId="{AB6A0386-355D-42D7-AA00-CA941F998AAF}" srcId="{2D67F862-66B5-4322-8276-DA4217A439A2}" destId="{CB887D5D-9966-479E-9800-CF242C7CE997}" srcOrd="3" destOrd="0" parTransId="{3AF9160A-5B9D-4BAA-961D-E4A5A2B561BB}" sibTransId="{B8C9F910-5B8B-4A01-8258-862DBD667859}"/>
    <dgm:cxn modelId="{C575F992-B305-4DFD-BD4B-2349BE8A4AC9}" type="presOf" srcId="{1E5570E5-111A-4FB7-B05E-01718631A2A5}" destId="{FDB565CC-5B06-478F-89EC-A22F3CF3B678}" srcOrd="0" destOrd="0" presId="urn:microsoft.com/office/officeart/2008/layout/LinedList"/>
    <dgm:cxn modelId="{A680C5AE-B9DD-4021-902B-A6EC317C9EE2}" srcId="{2D67F862-66B5-4322-8276-DA4217A439A2}" destId="{0B8A4D9A-966F-449F-939F-9DEE445A02E8}" srcOrd="0" destOrd="0" parTransId="{0D4744A2-F6A3-44E6-BFC7-C8BE5BE5E358}" sibTransId="{3E5DE494-D290-4CDE-9CEB-8F33B5225E75}"/>
    <dgm:cxn modelId="{3C5A4FF2-88BF-4D0C-97C0-3C72F0A132B5}" srcId="{2D67F862-66B5-4322-8276-DA4217A439A2}" destId="{43FDFE86-2DDB-4629-A5BA-2F48DE2F57ED}" srcOrd="1" destOrd="0" parTransId="{1B93668F-6E19-4B1D-997A-24221E4EDC95}" sibTransId="{A3727EE8-A0AC-482B-8669-F13B1A141113}"/>
    <dgm:cxn modelId="{ECA01EF4-71BA-42CD-88E1-AF801BCD0236}" type="presOf" srcId="{0B8A4D9A-966F-449F-939F-9DEE445A02E8}" destId="{1DCDFD8C-BA5D-4917-AA47-7624357497CA}" srcOrd="0" destOrd="0" presId="urn:microsoft.com/office/officeart/2008/layout/LinedList"/>
    <dgm:cxn modelId="{720A53FD-D723-4004-8717-0D78EE4D6E2B}" type="presParOf" srcId="{FDB565CC-5B06-478F-89EC-A22F3CF3B678}" destId="{413BE394-6A03-4124-8753-2EB9B8116576}" srcOrd="0" destOrd="0" presId="urn:microsoft.com/office/officeart/2008/layout/LinedList"/>
    <dgm:cxn modelId="{287852D3-4C70-40E2-8D35-917B39822E61}" type="presParOf" srcId="{FDB565CC-5B06-478F-89EC-A22F3CF3B678}" destId="{99CE806C-3C30-4C66-AAC9-7CCBCD42F792}" srcOrd="1" destOrd="0" presId="urn:microsoft.com/office/officeart/2008/layout/LinedList"/>
    <dgm:cxn modelId="{C6FE5392-008A-4D48-8C81-886542C33076}" type="presParOf" srcId="{99CE806C-3C30-4C66-AAC9-7CCBCD42F792}" destId="{9CB03D41-42F6-4ADD-AA4A-C9C719F98736}" srcOrd="0" destOrd="0" presId="urn:microsoft.com/office/officeart/2008/layout/LinedList"/>
    <dgm:cxn modelId="{75046FFA-BC9D-4859-93E7-925956634CF3}" type="presParOf" srcId="{99CE806C-3C30-4C66-AAC9-7CCBCD42F792}" destId="{AABC0390-DA46-480B-B148-0C8D0FA79255}" srcOrd="1" destOrd="0" presId="urn:microsoft.com/office/officeart/2008/layout/LinedList"/>
    <dgm:cxn modelId="{BCEC98C6-5AF9-4D74-8D93-C9E84FC21F8F}" type="presParOf" srcId="{AABC0390-DA46-480B-B148-0C8D0FA79255}" destId="{45973CAD-F3CD-4099-9186-48A13B9626DC}" srcOrd="0" destOrd="0" presId="urn:microsoft.com/office/officeart/2008/layout/LinedList"/>
    <dgm:cxn modelId="{A5E7CBD9-3970-4ED7-8049-085BA9D1AEEF}" type="presParOf" srcId="{AABC0390-DA46-480B-B148-0C8D0FA79255}" destId="{C6B127B4-5CC7-4A3B-A24C-C0609E9CF067}" srcOrd="1" destOrd="0" presId="urn:microsoft.com/office/officeart/2008/layout/LinedList"/>
    <dgm:cxn modelId="{836852BF-0565-47F7-85A3-83D89EBFAC30}" type="presParOf" srcId="{C6B127B4-5CC7-4A3B-A24C-C0609E9CF067}" destId="{83F64E47-8DBF-42F7-BAB1-148A8E70E883}" srcOrd="0" destOrd="0" presId="urn:microsoft.com/office/officeart/2008/layout/LinedList"/>
    <dgm:cxn modelId="{322A7D1F-7B89-467F-BF54-854FB88C59F6}" type="presParOf" srcId="{C6B127B4-5CC7-4A3B-A24C-C0609E9CF067}" destId="{1DCDFD8C-BA5D-4917-AA47-7624357497CA}" srcOrd="1" destOrd="0" presId="urn:microsoft.com/office/officeart/2008/layout/LinedList"/>
    <dgm:cxn modelId="{DBD40A54-7F1D-4A61-8B48-46B3B7FFE8E9}" type="presParOf" srcId="{C6B127B4-5CC7-4A3B-A24C-C0609E9CF067}" destId="{58A9F938-4C32-4865-8F62-C7AEE60C588D}" srcOrd="2" destOrd="0" presId="urn:microsoft.com/office/officeart/2008/layout/LinedList"/>
    <dgm:cxn modelId="{A84072C7-0998-4E78-B8A5-D3BB2FB4EB23}" type="presParOf" srcId="{AABC0390-DA46-480B-B148-0C8D0FA79255}" destId="{67B28FE8-C669-4210-BC37-034EBC06D9F3}" srcOrd="2" destOrd="0" presId="urn:microsoft.com/office/officeart/2008/layout/LinedList"/>
    <dgm:cxn modelId="{A0A98D13-F14A-49F3-A835-375170ACE086}" type="presParOf" srcId="{AABC0390-DA46-480B-B148-0C8D0FA79255}" destId="{8579EBFB-0E50-4DD5-AFEB-9C13DCA9AB6F}" srcOrd="3" destOrd="0" presId="urn:microsoft.com/office/officeart/2008/layout/LinedList"/>
    <dgm:cxn modelId="{F1E2AB44-BDFF-4457-ADD0-D11768395425}" type="presParOf" srcId="{AABC0390-DA46-480B-B148-0C8D0FA79255}" destId="{396D8935-A2AC-4439-B848-7368D2E7CBEE}" srcOrd="4" destOrd="0" presId="urn:microsoft.com/office/officeart/2008/layout/LinedList"/>
    <dgm:cxn modelId="{5836E159-9091-4488-B734-99B03A0595E8}" type="presParOf" srcId="{396D8935-A2AC-4439-B848-7368D2E7CBEE}" destId="{4952C974-0AA2-4187-9ADB-E381DF315F48}" srcOrd="0" destOrd="0" presId="urn:microsoft.com/office/officeart/2008/layout/LinedList"/>
    <dgm:cxn modelId="{9A8BC3CA-A0D9-4677-91C6-2202976FE908}" type="presParOf" srcId="{396D8935-A2AC-4439-B848-7368D2E7CBEE}" destId="{1A192DD6-E099-4926-AAEA-BD50B7F8BD2B}" srcOrd="1" destOrd="0" presId="urn:microsoft.com/office/officeart/2008/layout/LinedList"/>
    <dgm:cxn modelId="{86F0243B-F2F7-4E33-859D-6A1E6A6CD062}" type="presParOf" srcId="{396D8935-A2AC-4439-B848-7368D2E7CBEE}" destId="{BA986A53-8F6E-45A1-9815-D8022884A6A7}" srcOrd="2" destOrd="0" presId="urn:microsoft.com/office/officeart/2008/layout/LinedList"/>
    <dgm:cxn modelId="{3271823D-6BBD-4CA8-9BB2-7476621D5B64}" type="presParOf" srcId="{AABC0390-DA46-480B-B148-0C8D0FA79255}" destId="{272785D4-9832-4079-BC2E-4666C7BD15B9}" srcOrd="5" destOrd="0" presId="urn:microsoft.com/office/officeart/2008/layout/LinedList"/>
    <dgm:cxn modelId="{E0360B47-D608-45C1-892A-32FD293796B4}" type="presParOf" srcId="{AABC0390-DA46-480B-B148-0C8D0FA79255}" destId="{ADC09DAC-34E2-4400-A81C-59778E0EFC5B}" srcOrd="6" destOrd="0" presId="urn:microsoft.com/office/officeart/2008/layout/LinedList"/>
    <dgm:cxn modelId="{41DA8E9E-F303-4928-8BFC-F8BBCE8A1AEC}" type="presParOf" srcId="{AABC0390-DA46-480B-B148-0C8D0FA79255}" destId="{B7C419AD-5385-4FA3-BEE9-FE0034155E74}" srcOrd="7" destOrd="0" presId="urn:microsoft.com/office/officeart/2008/layout/LinedList"/>
    <dgm:cxn modelId="{7FDE2C51-1502-4DAF-B61E-54CCF84530D8}" type="presParOf" srcId="{B7C419AD-5385-4FA3-BEE9-FE0034155E74}" destId="{25319DDA-0A10-44FB-82BA-3560B9E507A9}" srcOrd="0" destOrd="0" presId="urn:microsoft.com/office/officeart/2008/layout/LinedList"/>
    <dgm:cxn modelId="{D1313247-910B-4BE1-AB27-DF77302E6195}" type="presParOf" srcId="{B7C419AD-5385-4FA3-BEE9-FE0034155E74}" destId="{E50FB0DD-2B51-40CE-9AF6-8BAE67513AC4}" srcOrd="1" destOrd="0" presId="urn:microsoft.com/office/officeart/2008/layout/LinedList"/>
    <dgm:cxn modelId="{23A58731-CB09-4E4F-B64B-824E3F553B55}" type="presParOf" srcId="{B7C419AD-5385-4FA3-BEE9-FE0034155E74}" destId="{CE8E02C5-CC8F-4369-934F-14EBA4B2193C}" srcOrd="2" destOrd="0" presId="urn:microsoft.com/office/officeart/2008/layout/LinedList"/>
    <dgm:cxn modelId="{744119E5-A3A5-44AD-BD43-8798675632A1}" type="presParOf" srcId="{AABC0390-DA46-480B-B148-0C8D0FA79255}" destId="{7C93982F-E25D-40EC-900B-49314962D50E}" srcOrd="8" destOrd="0" presId="urn:microsoft.com/office/officeart/2008/layout/LinedList"/>
    <dgm:cxn modelId="{765BFD39-0474-4CF2-A125-EE9E26A8690E}" type="presParOf" srcId="{AABC0390-DA46-480B-B148-0C8D0FA79255}" destId="{538D1918-EFBD-4216-97F0-C70343C6C585}" srcOrd="9" destOrd="0" presId="urn:microsoft.com/office/officeart/2008/layout/LinedList"/>
    <dgm:cxn modelId="{69FD52FB-FAFD-4325-9204-CD6B47976A8F}" type="presParOf" srcId="{AABC0390-DA46-480B-B148-0C8D0FA79255}" destId="{272773F7-DFB9-4C9F-AA84-71141188DFFD}" srcOrd="10" destOrd="0" presId="urn:microsoft.com/office/officeart/2008/layout/LinedList"/>
    <dgm:cxn modelId="{7BC385AF-EDF3-4FE8-BF0A-38691266E603}" type="presParOf" srcId="{272773F7-DFB9-4C9F-AA84-71141188DFFD}" destId="{C50D13D5-D817-4DA9-A354-78721BFDA6E1}" srcOrd="0" destOrd="0" presId="urn:microsoft.com/office/officeart/2008/layout/LinedList"/>
    <dgm:cxn modelId="{6B78AB44-7809-4859-88B5-F096DE749D75}" type="presParOf" srcId="{272773F7-DFB9-4C9F-AA84-71141188DFFD}" destId="{F5E72F21-76EB-457A-94E6-73EAD71263C4}" srcOrd="1" destOrd="0" presId="urn:microsoft.com/office/officeart/2008/layout/LinedList"/>
    <dgm:cxn modelId="{8A58144F-A99D-4BF0-98AD-EACEFD223395}" type="presParOf" srcId="{272773F7-DFB9-4C9F-AA84-71141188DFFD}" destId="{F870313A-2E62-4044-AE0E-1CC38860A749}" srcOrd="2" destOrd="0" presId="urn:microsoft.com/office/officeart/2008/layout/LinedList"/>
    <dgm:cxn modelId="{427C394E-08AD-4642-B1D8-AD868B0C3FC7}" type="presParOf" srcId="{AABC0390-DA46-480B-B148-0C8D0FA79255}" destId="{AAA2553D-40B5-4638-8874-F0AAD5F6B323}" srcOrd="11" destOrd="0" presId="urn:microsoft.com/office/officeart/2008/layout/LinedList"/>
    <dgm:cxn modelId="{6594F8DB-5219-40D2-B8DD-468195A9DEA5}" type="presParOf" srcId="{AABC0390-DA46-480B-B148-0C8D0FA79255}" destId="{213C092F-BC2A-44FF-BC6A-D1A6ED35A544}" srcOrd="12"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56A15-A5BC-4822-89DC-7812E417597F}">
      <dsp:nvSpPr>
        <dsp:cNvPr id="0" name=""/>
        <dsp:cNvSpPr/>
      </dsp:nvSpPr>
      <dsp:spPr>
        <a:xfrm>
          <a:off x="0" y="0"/>
          <a:ext cx="5839791"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32495F-C543-403F-8884-9079F154B802}">
      <dsp:nvSpPr>
        <dsp:cNvPr id="0" name=""/>
        <dsp:cNvSpPr/>
      </dsp:nvSpPr>
      <dsp:spPr>
        <a:xfrm>
          <a:off x="0" y="0"/>
          <a:ext cx="1167958" cy="45878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OBSERVATION</a:t>
          </a:r>
        </a:p>
      </dsp:txBody>
      <dsp:txXfrm>
        <a:off x="0" y="0"/>
        <a:ext cx="1167958" cy="4587829"/>
      </dsp:txXfrm>
    </dsp:sp>
    <dsp:sp modelId="{4E00D2DC-D9AC-4CC0-AA00-F57857719184}">
      <dsp:nvSpPr>
        <dsp:cNvPr id="0" name=""/>
        <dsp:cNvSpPr/>
      </dsp:nvSpPr>
      <dsp:spPr>
        <a:xfrm>
          <a:off x="1255555" y="71684"/>
          <a:ext cx="4584235" cy="1433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Odisha</a:t>
          </a:r>
          <a:r>
            <a:rPr lang="en-US" sz="2400" kern="1200" dirty="0"/>
            <a:t> recorded the highest number of accidents in this dataset.</a:t>
          </a:r>
        </a:p>
      </dsp:txBody>
      <dsp:txXfrm>
        <a:off x="1255555" y="71684"/>
        <a:ext cx="4584235" cy="1433696"/>
      </dsp:txXfrm>
    </dsp:sp>
    <dsp:sp modelId="{7947E442-E0BD-40A6-985D-6DB78C61588F}">
      <dsp:nvSpPr>
        <dsp:cNvPr id="0" name=""/>
        <dsp:cNvSpPr/>
      </dsp:nvSpPr>
      <dsp:spPr>
        <a:xfrm>
          <a:off x="1167958" y="1505381"/>
          <a:ext cx="467183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0B23F0-B21E-4A09-8C35-B93B6EF07095}">
      <dsp:nvSpPr>
        <dsp:cNvPr id="0" name=""/>
        <dsp:cNvSpPr/>
      </dsp:nvSpPr>
      <dsp:spPr>
        <a:xfrm>
          <a:off x="1255555" y="1577066"/>
          <a:ext cx="4584235" cy="1433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Sikkim</a:t>
          </a:r>
          <a:r>
            <a:rPr lang="en-US" sz="2400" kern="1200" dirty="0"/>
            <a:t> and </a:t>
          </a:r>
          <a:r>
            <a:rPr lang="en-US" sz="2400" b="1" kern="1200" dirty="0"/>
            <a:t>West Bengal</a:t>
          </a:r>
          <a:r>
            <a:rPr lang="en-US" sz="2400" kern="1200" dirty="0"/>
            <a:t> also have relatively high accident counts</a:t>
          </a:r>
        </a:p>
      </dsp:txBody>
      <dsp:txXfrm>
        <a:off x="1255555" y="1577066"/>
        <a:ext cx="4584235" cy="1433696"/>
      </dsp:txXfrm>
    </dsp:sp>
    <dsp:sp modelId="{0D8F719B-0C80-441D-A4C2-E171EBC434FD}">
      <dsp:nvSpPr>
        <dsp:cNvPr id="0" name=""/>
        <dsp:cNvSpPr/>
      </dsp:nvSpPr>
      <dsp:spPr>
        <a:xfrm>
          <a:off x="1167958" y="3010762"/>
          <a:ext cx="467183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B2C554-9C00-4460-97D4-FF2F0AEAAA89}">
      <dsp:nvSpPr>
        <dsp:cNvPr id="0" name=""/>
        <dsp:cNvSpPr/>
      </dsp:nvSpPr>
      <dsp:spPr>
        <a:xfrm>
          <a:off x="1255555" y="3082447"/>
          <a:ext cx="4584235" cy="1433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t>Telangana</a:t>
          </a:r>
          <a:r>
            <a:rPr lang="en-US" sz="2400" kern="1200" dirty="0"/>
            <a:t> recorded the lowest number of accidents among the states shown in the graph.</a:t>
          </a:r>
        </a:p>
      </dsp:txBody>
      <dsp:txXfrm>
        <a:off x="1255555" y="3082447"/>
        <a:ext cx="4584235" cy="1433696"/>
      </dsp:txXfrm>
    </dsp:sp>
    <dsp:sp modelId="{AE66A9A4-D2E3-4E8C-89E2-D8CE8B2E2597}">
      <dsp:nvSpPr>
        <dsp:cNvPr id="0" name=""/>
        <dsp:cNvSpPr/>
      </dsp:nvSpPr>
      <dsp:spPr>
        <a:xfrm>
          <a:off x="1167958" y="4516144"/>
          <a:ext cx="467183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10D653-09CF-4D88-B789-BB5E53F6CAC3}">
      <dsp:nvSpPr>
        <dsp:cNvPr id="0" name=""/>
        <dsp:cNvSpPr/>
      </dsp:nvSpPr>
      <dsp:spPr>
        <a:xfrm>
          <a:off x="0" y="0"/>
          <a:ext cx="6250609"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70C9AD-D2C5-4840-919C-54F536E6287A}">
      <dsp:nvSpPr>
        <dsp:cNvPr id="0" name=""/>
        <dsp:cNvSpPr/>
      </dsp:nvSpPr>
      <dsp:spPr>
        <a:xfrm>
          <a:off x="0" y="0"/>
          <a:ext cx="1250121" cy="5157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Observation</a:t>
          </a:r>
        </a:p>
      </dsp:txBody>
      <dsp:txXfrm>
        <a:off x="0" y="0"/>
        <a:ext cx="1250121" cy="5157672"/>
      </dsp:txXfrm>
    </dsp:sp>
    <dsp:sp modelId="{F5657587-8D43-4E20-8D8D-3F6B18B932C2}">
      <dsp:nvSpPr>
        <dsp:cNvPr id="0" name=""/>
        <dsp:cNvSpPr/>
      </dsp:nvSpPr>
      <dsp:spPr>
        <a:xfrm>
          <a:off x="1343880" y="48605"/>
          <a:ext cx="4906728" cy="97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Two-Wheelers account for 626 accidents (36.82%)</a:t>
          </a:r>
          <a:r>
            <a:rPr lang="en-US" sz="2000" kern="1200" dirty="0"/>
            <a:t>, the highest among all vehicle types.</a:t>
          </a:r>
        </a:p>
      </dsp:txBody>
      <dsp:txXfrm>
        <a:off x="1343880" y="48605"/>
        <a:ext cx="4906728" cy="972100"/>
      </dsp:txXfrm>
    </dsp:sp>
    <dsp:sp modelId="{FF5D4787-67E5-46E2-97F2-7CC6C380F326}">
      <dsp:nvSpPr>
        <dsp:cNvPr id="0" name=""/>
        <dsp:cNvSpPr/>
      </dsp:nvSpPr>
      <dsp:spPr>
        <a:xfrm>
          <a:off x="1250121" y="1020705"/>
          <a:ext cx="500048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13161A-462E-453D-95A9-5C92B80DE151}">
      <dsp:nvSpPr>
        <dsp:cNvPr id="0" name=""/>
        <dsp:cNvSpPr/>
      </dsp:nvSpPr>
      <dsp:spPr>
        <a:xfrm>
          <a:off x="1343880" y="1069310"/>
          <a:ext cx="4906728" cy="97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Cars/Sedans contribute 408 accidents (24%). </a:t>
          </a:r>
        </a:p>
      </dsp:txBody>
      <dsp:txXfrm>
        <a:off x="1343880" y="1069310"/>
        <a:ext cx="4906728" cy="972100"/>
      </dsp:txXfrm>
    </dsp:sp>
    <dsp:sp modelId="{AD1CB842-D563-41B8-9E8D-23571363A5EB}">
      <dsp:nvSpPr>
        <dsp:cNvPr id="0" name=""/>
        <dsp:cNvSpPr/>
      </dsp:nvSpPr>
      <dsp:spPr>
        <a:xfrm>
          <a:off x="1250121" y="2041410"/>
          <a:ext cx="500048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F71A0F6-FABC-44A1-95B0-D081801D2823}">
      <dsp:nvSpPr>
        <dsp:cNvPr id="0" name=""/>
        <dsp:cNvSpPr/>
      </dsp:nvSpPr>
      <dsp:spPr>
        <a:xfrm>
          <a:off x="1343880" y="2090015"/>
          <a:ext cx="4906728" cy="97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SUVs account for 234 accidents (13.7%).</a:t>
          </a:r>
          <a:endParaRPr lang="en-US" sz="2000" kern="1200" dirty="0"/>
        </a:p>
      </dsp:txBody>
      <dsp:txXfrm>
        <a:off x="1343880" y="2090015"/>
        <a:ext cx="4906728" cy="972100"/>
      </dsp:txXfrm>
    </dsp:sp>
    <dsp:sp modelId="{8AA00268-70E9-40B1-81CB-0B7ADBF53F94}">
      <dsp:nvSpPr>
        <dsp:cNvPr id="0" name=""/>
        <dsp:cNvSpPr/>
      </dsp:nvSpPr>
      <dsp:spPr>
        <a:xfrm>
          <a:off x="1250121" y="3062115"/>
          <a:ext cx="500048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4EEAF14-AF06-481C-B3E2-96838357749E}">
      <dsp:nvSpPr>
        <dsp:cNvPr id="0" name=""/>
        <dsp:cNvSpPr/>
      </dsp:nvSpPr>
      <dsp:spPr>
        <a:xfrm>
          <a:off x="1343880" y="3110720"/>
          <a:ext cx="4906728" cy="97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Trucks/Commercial vehicles contribute 221 accidents (13%). </a:t>
          </a:r>
        </a:p>
      </dsp:txBody>
      <dsp:txXfrm>
        <a:off x="1343880" y="3110720"/>
        <a:ext cx="4906728" cy="972100"/>
      </dsp:txXfrm>
    </dsp:sp>
    <dsp:sp modelId="{BA6309F1-79CF-4DC4-B1CC-450246D0A386}">
      <dsp:nvSpPr>
        <dsp:cNvPr id="0" name=""/>
        <dsp:cNvSpPr/>
      </dsp:nvSpPr>
      <dsp:spPr>
        <a:xfrm>
          <a:off x="1250121" y="4082821"/>
          <a:ext cx="500048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6196D75-44F5-4CFD-AFD7-37C26B9BC554}">
      <dsp:nvSpPr>
        <dsp:cNvPr id="0" name=""/>
        <dsp:cNvSpPr/>
      </dsp:nvSpPr>
      <dsp:spPr>
        <a:xfrm>
          <a:off x="1343880" y="4131426"/>
          <a:ext cx="4906728" cy="97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Buses and Auto Rickshaws have comparatively fewer accidents.</a:t>
          </a:r>
          <a:endParaRPr lang="en-US" sz="2000" kern="1200" dirty="0"/>
        </a:p>
      </dsp:txBody>
      <dsp:txXfrm>
        <a:off x="1343880" y="4131426"/>
        <a:ext cx="4906728" cy="972100"/>
      </dsp:txXfrm>
    </dsp:sp>
    <dsp:sp modelId="{C7B0C7D6-90C2-4FEC-B640-211A5BB4B170}">
      <dsp:nvSpPr>
        <dsp:cNvPr id="0" name=""/>
        <dsp:cNvSpPr/>
      </dsp:nvSpPr>
      <dsp:spPr>
        <a:xfrm>
          <a:off x="1250121" y="5103526"/>
          <a:ext cx="500048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C00A3-3221-4485-8328-D8F23ED72313}">
      <dsp:nvSpPr>
        <dsp:cNvPr id="0" name=""/>
        <dsp:cNvSpPr/>
      </dsp:nvSpPr>
      <dsp:spPr>
        <a:xfrm>
          <a:off x="0" y="0"/>
          <a:ext cx="572494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384F03-E58F-4FB4-A82C-4B9609F257D6}">
      <dsp:nvSpPr>
        <dsp:cNvPr id="0" name=""/>
        <dsp:cNvSpPr/>
      </dsp:nvSpPr>
      <dsp:spPr>
        <a:xfrm>
          <a:off x="0" y="0"/>
          <a:ext cx="1144988" cy="4583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Observation</a:t>
          </a:r>
        </a:p>
      </dsp:txBody>
      <dsp:txXfrm>
        <a:off x="0" y="0"/>
        <a:ext cx="1144988" cy="4583043"/>
      </dsp:txXfrm>
    </dsp:sp>
    <dsp:sp modelId="{EF5DA0A4-B95C-438B-8BFE-E30E6A8B540C}">
      <dsp:nvSpPr>
        <dsp:cNvPr id="0" name=""/>
        <dsp:cNvSpPr/>
      </dsp:nvSpPr>
      <dsp:spPr>
        <a:xfrm>
          <a:off x="1230862" y="43189"/>
          <a:ext cx="4494077" cy="863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dirty="0"/>
            <a:t>National Highways recorded 400 fatalities</a:t>
          </a:r>
          <a:r>
            <a:rPr lang="en-US" sz="1800" kern="1200" dirty="0"/>
            <a:t>, the highest among all road types.</a:t>
          </a:r>
        </a:p>
      </dsp:txBody>
      <dsp:txXfrm>
        <a:off x="1230862" y="43189"/>
        <a:ext cx="4494077" cy="863796"/>
      </dsp:txXfrm>
    </dsp:sp>
    <dsp:sp modelId="{88BD4F47-B903-4C04-884D-682C98C2FE04}">
      <dsp:nvSpPr>
        <dsp:cNvPr id="0" name=""/>
        <dsp:cNvSpPr/>
      </dsp:nvSpPr>
      <dsp:spPr>
        <a:xfrm>
          <a:off x="1144988" y="906985"/>
          <a:ext cx="457995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A01096-997A-494C-89CC-4933A30B735B}">
      <dsp:nvSpPr>
        <dsp:cNvPr id="0" name=""/>
        <dsp:cNvSpPr/>
      </dsp:nvSpPr>
      <dsp:spPr>
        <a:xfrm>
          <a:off x="1230862" y="950175"/>
          <a:ext cx="4494077" cy="863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State Highways recorded 111 fatalities.</a:t>
          </a:r>
        </a:p>
      </dsp:txBody>
      <dsp:txXfrm>
        <a:off x="1230862" y="950175"/>
        <a:ext cx="4494077" cy="863796"/>
      </dsp:txXfrm>
    </dsp:sp>
    <dsp:sp modelId="{6301EE78-3E65-4B70-B27C-542312BC7854}">
      <dsp:nvSpPr>
        <dsp:cNvPr id="0" name=""/>
        <dsp:cNvSpPr/>
      </dsp:nvSpPr>
      <dsp:spPr>
        <a:xfrm>
          <a:off x="1144988" y="1813971"/>
          <a:ext cx="457995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41F715-6F2C-4051-845A-78FB9674BC82}">
      <dsp:nvSpPr>
        <dsp:cNvPr id="0" name=""/>
        <dsp:cNvSpPr/>
      </dsp:nvSpPr>
      <dsp:spPr>
        <a:xfrm>
          <a:off x="1230862" y="1857161"/>
          <a:ext cx="4494077" cy="863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Expressways recorded 105 fatalities</a:t>
          </a:r>
          <a:endParaRPr lang="en-US" sz="1800" kern="1200" dirty="0"/>
        </a:p>
      </dsp:txBody>
      <dsp:txXfrm>
        <a:off x="1230862" y="1857161"/>
        <a:ext cx="4494077" cy="863796"/>
      </dsp:txXfrm>
    </dsp:sp>
    <dsp:sp modelId="{C95A48DF-18E8-4B6C-B690-AF82171063F3}">
      <dsp:nvSpPr>
        <dsp:cNvPr id="0" name=""/>
        <dsp:cNvSpPr/>
      </dsp:nvSpPr>
      <dsp:spPr>
        <a:xfrm>
          <a:off x="1144988" y="2720957"/>
          <a:ext cx="457995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1084E2-8439-4ED9-8F13-F8C512A873AB}">
      <dsp:nvSpPr>
        <dsp:cNvPr id="0" name=""/>
        <dsp:cNvSpPr/>
      </dsp:nvSpPr>
      <dsp:spPr>
        <a:xfrm>
          <a:off x="1230862" y="2764147"/>
          <a:ext cx="4494077" cy="863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City Roads recorded 89 fatalities. </a:t>
          </a:r>
        </a:p>
      </dsp:txBody>
      <dsp:txXfrm>
        <a:off x="1230862" y="2764147"/>
        <a:ext cx="4494077" cy="863796"/>
      </dsp:txXfrm>
    </dsp:sp>
    <dsp:sp modelId="{0241BFCB-2B29-4A5D-8B55-667C6155AFAE}">
      <dsp:nvSpPr>
        <dsp:cNvPr id="0" name=""/>
        <dsp:cNvSpPr/>
      </dsp:nvSpPr>
      <dsp:spPr>
        <a:xfrm>
          <a:off x="1144988" y="3627943"/>
          <a:ext cx="457995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E21E46-9DC6-43F7-9E55-B190E8BCB158}">
      <dsp:nvSpPr>
        <dsp:cNvPr id="0" name=""/>
        <dsp:cNvSpPr/>
      </dsp:nvSpPr>
      <dsp:spPr>
        <a:xfrm>
          <a:off x="1230862" y="3671133"/>
          <a:ext cx="4494077" cy="863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Rural Roads recorded 41 fatalities.</a:t>
          </a:r>
          <a:endParaRPr lang="en-US" sz="1800" kern="1200" dirty="0"/>
        </a:p>
      </dsp:txBody>
      <dsp:txXfrm>
        <a:off x="1230862" y="3671133"/>
        <a:ext cx="4494077" cy="863796"/>
      </dsp:txXfrm>
    </dsp:sp>
    <dsp:sp modelId="{BDA3C0DE-B3C3-43B8-8A21-7BE9F05DD759}">
      <dsp:nvSpPr>
        <dsp:cNvPr id="0" name=""/>
        <dsp:cNvSpPr/>
      </dsp:nvSpPr>
      <dsp:spPr>
        <a:xfrm>
          <a:off x="1144988" y="4534929"/>
          <a:ext cx="457995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E7D393-EA98-4052-906A-8CD3B071EAD2}">
      <dsp:nvSpPr>
        <dsp:cNvPr id="0" name=""/>
        <dsp:cNvSpPr/>
      </dsp:nvSpPr>
      <dsp:spPr>
        <a:xfrm>
          <a:off x="0" y="0"/>
          <a:ext cx="4965147"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BFDFB4-7220-45A6-87C8-CF4FE830A560}">
      <dsp:nvSpPr>
        <dsp:cNvPr id="0" name=""/>
        <dsp:cNvSpPr/>
      </dsp:nvSpPr>
      <dsp:spPr>
        <a:xfrm>
          <a:off x="0" y="0"/>
          <a:ext cx="993029" cy="4427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Observation</a:t>
          </a:r>
        </a:p>
      </dsp:txBody>
      <dsp:txXfrm>
        <a:off x="0" y="0"/>
        <a:ext cx="993029" cy="4427127"/>
      </dsp:txXfrm>
    </dsp:sp>
    <dsp:sp modelId="{A7AD1263-D025-49D8-AA58-2813B8D5589D}">
      <dsp:nvSpPr>
        <dsp:cNvPr id="0" name=""/>
        <dsp:cNvSpPr/>
      </dsp:nvSpPr>
      <dsp:spPr>
        <a:xfrm>
          <a:off x="1067506" y="69173"/>
          <a:ext cx="3897640" cy="1383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Daylight accounts for about 70.38% (525 fatalities)</a:t>
          </a:r>
        </a:p>
      </dsp:txBody>
      <dsp:txXfrm>
        <a:off x="1067506" y="69173"/>
        <a:ext cx="3897640" cy="1383477"/>
      </dsp:txXfrm>
    </dsp:sp>
    <dsp:sp modelId="{860F463A-445A-4B1A-8D53-0809329F0FE1}">
      <dsp:nvSpPr>
        <dsp:cNvPr id="0" name=""/>
        <dsp:cNvSpPr/>
      </dsp:nvSpPr>
      <dsp:spPr>
        <a:xfrm>
          <a:off x="993029" y="1452651"/>
          <a:ext cx="397211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EF12BA-5A67-4B45-9E9F-AD597693D067}">
      <dsp:nvSpPr>
        <dsp:cNvPr id="0" name=""/>
        <dsp:cNvSpPr/>
      </dsp:nvSpPr>
      <dsp:spPr>
        <a:xfrm>
          <a:off x="1067506" y="1521824"/>
          <a:ext cx="3897640" cy="1383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Darkness contributes around </a:t>
          </a:r>
          <a:r>
            <a:rPr lang="en-US" sz="2900" b="1" kern="1200" dirty="0"/>
            <a:t>17.8% (133 fatalities</a:t>
          </a:r>
          <a:endParaRPr lang="en-US" sz="2900" kern="1200" dirty="0"/>
        </a:p>
      </dsp:txBody>
      <dsp:txXfrm>
        <a:off x="1067506" y="1521824"/>
        <a:ext cx="3897640" cy="1383477"/>
      </dsp:txXfrm>
    </dsp:sp>
    <dsp:sp modelId="{07B705C5-2C95-4085-BD79-15411D4DEB19}">
      <dsp:nvSpPr>
        <dsp:cNvPr id="0" name=""/>
        <dsp:cNvSpPr/>
      </dsp:nvSpPr>
      <dsp:spPr>
        <a:xfrm>
          <a:off x="993029" y="2905302"/>
          <a:ext cx="397211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352F04-AEAB-4AB5-8C32-95C0186930ED}">
      <dsp:nvSpPr>
        <dsp:cNvPr id="0" name=""/>
        <dsp:cNvSpPr/>
      </dsp:nvSpPr>
      <dsp:spPr>
        <a:xfrm>
          <a:off x="1067506" y="2974475"/>
          <a:ext cx="3897640" cy="1383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Twilight contributes </a:t>
          </a:r>
          <a:r>
            <a:rPr lang="en-US" sz="2900" b="1" kern="1200" dirty="0"/>
            <a:t>11.8% (88 fatalities</a:t>
          </a:r>
          <a:endParaRPr lang="en-US" sz="2900" kern="1200" dirty="0"/>
        </a:p>
      </dsp:txBody>
      <dsp:txXfrm>
        <a:off x="1067506" y="2974475"/>
        <a:ext cx="3897640" cy="1383477"/>
      </dsp:txXfrm>
    </dsp:sp>
    <dsp:sp modelId="{857951D6-EF9D-4D0F-94A0-E796E0490BE8}">
      <dsp:nvSpPr>
        <dsp:cNvPr id="0" name=""/>
        <dsp:cNvSpPr/>
      </dsp:nvSpPr>
      <dsp:spPr>
        <a:xfrm>
          <a:off x="993029" y="4357953"/>
          <a:ext cx="3972117"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921AB-D12B-4B97-BA1D-A1681F45FBEB}">
      <dsp:nvSpPr>
        <dsp:cNvPr id="0" name=""/>
        <dsp:cNvSpPr/>
      </dsp:nvSpPr>
      <dsp:spPr>
        <a:xfrm>
          <a:off x="0" y="0"/>
          <a:ext cx="486041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207838-6D64-4950-BB89-C1960980F139}">
      <dsp:nvSpPr>
        <dsp:cNvPr id="0" name=""/>
        <dsp:cNvSpPr/>
      </dsp:nvSpPr>
      <dsp:spPr>
        <a:xfrm>
          <a:off x="0" y="0"/>
          <a:ext cx="972082" cy="45293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Observation</a:t>
          </a:r>
          <a:endParaRPr lang="en-US" sz="1200" kern="1200" dirty="0"/>
        </a:p>
      </dsp:txBody>
      <dsp:txXfrm>
        <a:off x="0" y="0"/>
        <a:ext cx="972082" cy="4529311"/>
      </dsp:txXfrm>
    </dsp:sp>
    <dsp:sp modelId="{74B73DBC-B188-450B-89C2-0A57B931E136}">
      <dsp:nvSpPr>
        <dsp:cNvPr id="0" name=""/>
        <dsp:cNvSpPr/>
      </dsp:nvSpPr>
      <dsp:spPr>
        <a:xfrm>
          <a:off x="1044988" y="42683"/>
          <a:ext cx="3815424" cy="853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sz="1700" kern="1200"/>
            <a:t>Clear weather recorded the </a:t>
          </a:r>
          <a:r>
            <a:rPr lang="en-US" sz="1700" b="1" kern="1200"/>
            <a:t>highest number of fatalities (around 425)</a:t>
          </a:r>
          <a:r>
            <a:rPr lang="en-US" sz="1700" kern="1200"/>
            <a:t>. </a:t>
          </a:r>
        </a:p>
      </dsp:txBody>
      <dsp:txXfrm>
        <a:off x="1044988" y="42683"/>
        <a:ext cx="3815424" cy="853668"/>
      </dsp:txXfrm>
    </dsp:sp>
    <dsp:sp modelId="{BF2AE14C-6187-4A6B-81F5-52E4329E65CC}">
      <dsp:nvSpPr>
        <dsp:cNvPr id="0" name=""/>
        <dsp:cNvSpPr/>
      </dsp:nvSpPr>
      <dsp:spPr>
        <a:xfrm>
          <a:off x="972082" y="896352"/>
          <a:ext cx="3888330"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4CA831-663D-4A3C-A9CB-0E45E00CF9B3}">
      <dsp:nvSpPr>
        <dsp:cNvPr id="0" name=""/>
        <dsp:cNvSpPr/>
      </dsp:nvSpPr>
      <dsp:spPr>
        <a:xfrm>
          <a:off x="1044988" y="939035"/>
          <a:ext cx="3815424" cy="853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sz="1700" kern="1200"/>
            <a:t>Rainy weather had significantly fewer fatalities. </a:t>
          </a:r>
        </a:p>
      </dsp:txBody>
      <dsp:txXfrm>
        <a:off x="1044988" y="939035"/>
        <a:ext cx="3815424" cy="853668"/>
      </dsp:txXfrm>
    </dsp:sp>
    <dsp:sp modelId="{1A7464DC-F348-4694-B349-25B01E57620F}">
      <dsp:nvSpPr>
        <dsp:cNvPr id="0" name=""/>
        <dsp:cNvSpPr/>
      </dsp:nvSpPr>
      <dsp:spPr>
        <a:xfrm>
          <a:off x="972082" y="1792704"/>
          <a:ext cx="3888330"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9A23F90-A371-4482-A3FD-6B47B5D41D4B}">
      <dsp:nvSpPr>
        <dsp:cNvPr id="0" name=""/>
        <dsp:cNvSpPr/>
      </dsp:nvSpPr>
      <dsp:spPr>
        <a:xfrm>
          <a:off x="1044988" y="1835388"/>
          <a:ext cx="3815424" cy="853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sz="1700" kern="1200"/>
            <a:t>Foggy weather showed a moderate number of fatalities. </a:t>
          </a:r>
          <a:endParaRPr lang="en-US" sz="1700" kern="1200" dirty="0"/>
        </a:p>
      </dsp:txBody>
      <dsp:txXfrm>
        <a:off x="1044988" y="1835388"/>
        <a:ext cx="3815424" cy="853668"/>
      </dsp:txXfrm>
    </dsp:sp>
    <dsp:sp modelId="{21D2F1AF-6271-45C3-A429-D251724D5583}">
      <dsp:nvSpPr>
        <dsp:cNvPr id="0" name=""/>
        <dsp:cNvSpPr/>
      </dsp:nvSpPr>
      <dsp:spPr>
        <a:xfrm>
          <a:off x="972082" y="2689057"/>
          <a:ext cx="3888330"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FBB273-15FB-4A12-8922-5BC5A72C8461}">
      <dsp:nvSpPr>
        <dsp:cNvPr id="0" name=""/>
        <dsp:cNvSpPr/>
      </dsp:nvSpPr>
      <dsp:spPr>
        <a:xfrm>
          <a:off x="1044988" y="2731740"/>
          <a:ext cx="3815424" cy="853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sz="1700" kern="1200"/>
            <a:t>Cloudy </a:t>
          </a:r>
          <a:r>
            <a:rPr lang="en-US" sz="1700" kern="1200" dirty="0"/>
            <a:t>weather recorded the lowest fatalities.</a:t>
          </a:r>
        </a:p>
      </dsp:txBody>
      <dsp:txXfrm>
        <a:off x="1044988" y="2731740"/>
        <a:ext cx="3815424" cy="853668"/>
      </dsp:txXfrm>
    </dsp:sp>
    <dsp:sp modelId="{BB6355DA-CD59-49BE-9CA2-095438E7063E}">
      <dsp:nvSpPr>
        <dsp:cNvPr id="0" name=""/>
        <dsp:cNvSpPr/>
      </dsp:nvSpPr>
      <dsp:spPr>
        <a:xfrm>
          <a:off x="972082" y="3585409"/>
          <a:ext cx="3888330"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2D0FB6-B3E4-4BBF-B698-A0C42C50E01A}">
      <dsp:nvSpPr>
        <dsp:cNvPr id="0" name=""/>
        <dsp:cNvSpPr/>
      </dsp:nvSpPr>
      <dsp:spPr>
        <a:xfrm>
          <a:off x="1044988" y="3628093"/>
          <a:ext cx="3815424" cy="853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n-US" sz="1700" kern="1200" dirty="0"/>
            <a:t>Foggy weather showed a moderate number of fatalities</a:t>
          </a:r>
          <a:r>
            <a:rPr lang="en-US" sz="1700" kern="1200"/>
            <a:t>. </a:t>
          </a:r>
          <a:endParaRPr lang="en-US" sz="1700" kern="1200" dirty="0"/>
        </a:p>
      </dsp:txBody>
      <dsp:txXfrm>
        <a:off x="1044988" y="3628093"/>
        <a:ext cx="3815424" cy="853668"/>
      </dsp:txXfrm>
    </dsp:sp>
    <dsp:sp modelId="{9E5ED5C5-1481-4BBE-8E9D-BAC92EECF39B}">
      <dsp:nvSpPr>
        <dsp:cNvPr id="0" name=""/>
        <dsp:cNvSpPr/>
      </dsp:nvSpPr>
      <dsp:spPr>
        <a:xfrm>
          <a:off x="972082" y="4481762"/>
          <a:ext cx="3888330"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BE394-6A03-4124-8753-2EB9B8116576}">
      <dsp:nvSpPr>
        <dsp:cNvPr id="0" name=""/>
        <dsp:cNvSpPr/>
      </dsp:nvSpPr>
      <dsp:spPr>
        <a:xfrm>
          <a:off x="0" y="0"/>
          <a:ext cx="4925391"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B03D41-42F6-4ADD-AA4A-C9C719F98736}">
      <dsp:nvSpPr>
        <dsp:cNvPr id="0" name=""/>
        <dsp:cNvSpPr/>
      </dsp:nvSpPr>
      <dsp:spPr>
        <a:xfrm>
          <a:off x="0" y="0"/>
          <a:ext cx="985078" cy="5208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Observation</a:t>
          </a:r>
        </a:p>
      </dsp:txBody>
      <dsp:txXfrm>
        <a:off x="0" y="0"/>
        <a:ext cx="985078" cy="5208380"/>
      </dsp:txXfrm>
    </dsp:sp>
    <dsp:sp modelId="{1DCDFD8C-BA5D-4917-AA47-7624357497CA}">
      <dsp:nvSpPr>
        <dsp:cNvPr id="0" name=""/>
        <dsp:cNvSpPr/>
      </dsp:nvSpPr>
      <dsp:spPr>
        <a:xfrm>
          <a:off x="1058959" y="61226"/>
          <a:ext cx="3866431" cy="1224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err="1"/>
            <a:t>Overspeeding</a:t>
          </a:r>
          <a:r>
            <a:rPr lang="en-US" sz="2400" b="1" kern="1200" dirty="0"/>
            <a:t> is the leading cause</a:t>
          </a:r>
          <a:r>
            <a:rPr lang="en-US" sz="2400" kern="1200" dirty="0"/>
            <a:t> of fatalities (over 300 deaths</a:t>
          </a:r>
        </a:p>
      </dsp:txBody>
      <dsp:txXfrm>
        <a:off x="1058959" y="61226"/>
        <a:ext cx="3866431" cy="1224528"/>
      </dsp:txXfrm>
    </dsp:sp>
    <dsp:sp modelId="{67B28FE8-C669-4210-BC37-034EBC06D9F3}">
      <dsp:nvSpPr>
        <dsp:cNvPr id="0" name=""/>
        <dsp:cNvSpPr/>
      </dsp:nvSpPr>
      <dsp:spPr>
        <a:xfrm>
          <a:off x="985078" y="1285755"/>
          <a:ext cx="394031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192DD6-E099-4926-AAEA-BD50B7F8BD2B}">
      <dsp:nvSpPr>
        <dsp:cNvPr id="0" name=""/>
        <dsp:cNvSpPr/>
      </dsp:nvSpPr>
      <dsp:spPr>
        <a:xfrm>
          <a:off x="1058959" y="1346981"/>
          <a:ext cx="3866431" cy="1224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Drunk driving is the second major cause</a:t>
          </a:r>
        </a:p>
      </dsp:txBody>
      <dsp:txXfrm>
        <a:off x="1058959" y="1346981"/>
        <a:ext cx="3866431" cy="1224528"/>
      </dsp:txXfrm>
    </dsp:sp>
    <dsp:sp modelId="{272785D4-9832-4079-BC2E-4666C7BD15B9}">
      <dsp:nvSpPr>
        <dsp:cNvPr id="0" name=""/>
        <dsp:cNvSpPr/>
      </dsp:nvSpPr>
      <dsp:spPr>
        <a:xfrm>
          <a:off x="985078" y="2571510"/>
          <a:ext cx="394031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0FB0DD-2B51-40CE-9AF6-8BAE67513AC4}">
      <dsp:nvSpPr>
        <dsp:cNvPr id="0" name=""/>
        <dsp:cNvSpPr/>
      </dsp:nvSpPr>
      <dsp:spPr>
        <a:xfrm>
          <a:off x="1058959" y="2632736"/>
          <a:ext cx="3866431" cy="1224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Distracted driving ranks third. </a:t>
          </a:r>
        </a:p>
      </dsp:txBody>
      <dsp:txXfrm>
        <a:off x="1058959" y="2632736"/>
        <a:ext cx="3866431" cy="1224528"/>
      </dsp:txXfrm>
    </dsp:sp>
    <dsp:sp modelId="{7C93982F-E25D-40EC-900B-49314962D50E}">
      <dsp:nvSpPr>
        <dsp:cNvPr id="0" name=""/>
        <dsp:cNvSpPr/>
      </dsp:nvSpPr>
      <dsp:spPr>
        <a:xfrm>
          <a:off x="985078" y="3857265"/>
          <a:ext cx="394031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E72F21-76EB-457A-94E6-73EAD71263C4}">
      <dsp:nvSpPr>
        <dsp:cNvPr id="0" name=""/>
        <dsp:cNvSpPr/>
      </dsp:nvSpPr>
      <dsp:spPr>
        <a:xfrm>
          <a:off x="1058959" y="3918492"/>
          <a:ext cx="3866431" cy="1224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Mechanical failure and fatigue contribute the least.</a:t>
          </a:r>
          <a:endParaRPr lang="en-US" sz="2400" kern="1200" dirty="0"/>
        </a:p>
      </dsp:txBody>
      <dsp:txXfrm>
        <a:off x="1058959" y="3918492"/>
        <a:ext cx="3866431" cy="1224528"/>
      </dsp:txXfrm>
    </dsp:sp>
    <dsp:sp modelId="{AAA2553D-40B5-4638-8874-F0AAD5F6B323}">
      <dsp:nvSpPr>
        <dsp:cNvPr id="0" name=""/>
        <dsp:cNvSpPr/>
      </dsp:nvSpPr>
      <dsp:spPr>
        <a:xfrm>
          <a:off x="985078" y="5143020"/>
          <a:ext cx="3940312" cy="0"/>
        </a:xfrm>
        <a:prstGeom prst="line">
          <a:avLst/>
        </a:prstGeom>
        <a:solidFill>
          <a:schemeClr val="accent1">
            <a:hueOff val="0"/>
            <a:satOff val="0"/>
            <a:lumOff val="0"/>
            <a:alphaOff val="0"/>
          </a:schemeClr>
        </a:solidFill>
        <a:ln w="19050"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1797887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3971856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2123053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EC48C0-C5BB-4D98-9F65-5FAEEA72349F}"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403318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EC48C0-C5BB-4D98-9F65-5FAEEA72349F}" type="datetimeFigureOut">
              <a:rPr lang="en-US" smtClean="0"/>
              <a:t>7/3/2026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1697770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EC48C0-C5BB-4D98-9F65-5FAEEA72349F}" type="datetimeFigureOut">
              <a:rPr lang="en-US" smtClean="0"/>
              <a:t>7/3/2026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3322378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EC48C0-C5BB-4D98-9F65-5FAEEA72349F}" type="datetimeFigureOut">
              <a:rPr lang="en-US" smtClean="0"/>
              <a:t>7/3/2026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885677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EC48C0-C5BB-4D98-9F65-5FAEEA72349F}"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1730904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EC48C0-C5BB-4D98-9F65-5FAEEA72349F}" type="datetimeFigureOut">
              <a:rPr lang="en-US" smtClean="0"/>
              <a:t>7/3/2026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359225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2560695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79440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18953441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20214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15219589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588416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EC48C0-C5BB-4D98-9F65-5FAEEA72349F}" type="datetimeFigureOut">
              <a:rPr lang="en-US" smtClean="0"/>
              <a:t>7/3/2026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25B0EC-2DAB-47BA-A3F1-722240048E6C}" type="slidenum">
              <a:rPr lang="en-US" smtClean="0"/>
              <a:t>‹#›</a:t>
            </a:fld>
            <a:endParaRPr lang="en-US"/>
          </a:p>
        </p:txBody>
      </p:sp>
    </p:spTree>
    <p:extLst>
      <p:ext uri="{BB962C8B-B14F-4D97-AF65-F5344CB8AC3E}">
        <p14:creationId xmlns:p14="http://schemas.microsoft.com/office/powerpoint/2010/main" val="3001336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DEC48C0-C5BB-4D98-9F65-5FAEEA72349F}" type="datetimeFigureOut">
              <a:rPr lang="en-US" smtClean="0"/>
              <a:t>7/3/2026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E25B0EC-2DAB-47BA-A3F1-722240048E6C}" type="slidenum">
              <a:rPr lang="en-US" smtClean="0"/>
              <a:t>‹#›</a:t>
            </a:fld>
            <a:endParaRPr lang="en-US"/>
          </a:p>
        </p:txBody>
      </p:sp>
    </p:spTree>
    <p:extLst>
      <p:ext uri="{BB962C8B-B14F-4D97-AF65-F5344CB8AC3E}">
        <p14:creationId xmlns:p14="http://schemas.microsoft.com/office/powerpoint/2010/main" val="697774164"/>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A527-690D-98CF-FE82-0E7C2DDF4BE9}"/>
              </a:ext>
            </a:extLst>
          </p:cNvPr>
          <p:cNvSpPr>
            <a:spLocks noGrp="1"/>
          </p:cNvSpPr>
          <p:nvPr>
            <p:ph type="ctrTitle"/>
          </p:nvPr>
        </p:nvSpPr>
        <p:spPr>
          <a:xfrm>
            <a:off x="1507067" y="2404533"/>
            <a:ext cx="8207204" cy="2069143"/>
          </a:xfrm>
        </p:spPr>
        <p:txBody>
          <a:bodyPr/>
          <a:lstStyle/>
          <a:p>
            <a:pPr algn="ctr"/>
            <a:r>
              <a:rPr lang="en-US" i="1" u="sng" dirty="0"/>
              <a:t>INDIA ROAD ACCIDENT</a:t>
            </a:r>
            <a:br>
              <a:rPr lang="en-US" i="1" u="sng" dirty="0"/>
            </a:br>
            <a:r>
              <a:rPr lang="en-US" i="1" u="sng" dirty="0"/>
              <a:t> ANALYS REPORT </a:t>
            </a:r>
            <a:endParaRPr lang="en-US" dirty="0"/>
          </a:p>
        </p:txBody>
      </p:sp>
      <p:sp>
        <p:nvSpPr>
          <p:cNvPr id="3" name="Subtitle 2">
            <a:extLst>
              <a:ext uri="{FF2B5EF4-FFF2-40B4-BE49-F238E27FC236}">
                <a16:creationId xmlns:a16="http://schemas.microsoft.com/office/drawing/2014/main" id="{091DD34C-02D1-B3CB-500E-F394D14DA61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610543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ECEC7-2D69-22E1-D901-ED408E139197}"/>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308025DC-9C6A-18C1-BBDE-316519FC558D}"/>
              </a:ext>
            </a:extLst>
          </p:cNvPr>
          <p:cNvSpPr>
            <a:spLocks noGrp="1"/>
          </p:cNvSpPr>
          <p:nvPr>
            <p:ph idx="1"/>
          </p:nvPr>
        </p:nvSpPr>
        <p:spPr/>
        <p:txBody>
          <a:bodyPr/>
          <a:lstStyle/>
          <a:p>
            <a:pPr marL="0" indent="0">
              <a:buNone/>
            </a:pPr>
            <a:endParaRPr lang="en-US" b="1" dirty="0"/>
          </a:p>
          <a:p>
            <a:r>
              <a:rPr lang="en-US" sz="2400" dirty="0"/>
              <a:t>Analyze road accidents across India. </a:t>
            </a:r>
          </a:p>
          <a:p>
            <a:r>
              <a:rPr lang="en-US" sz="2400" dirty="0"/>
              <a:t>Find accident-prone states. </a:t>
            </a:r>
          </a:p>
          <a:p>
            <a:r>
              <a:rPr lang="en-US" sz="2400" dirty="0"/>
              <a:t>Study accident causes. </a:t>
            </a:r>
          </a:p>
          <a:p>
            <a:r>
              <a:rPr lang="en-US" sz="2400" dirty="0"/>
              <a:t>Analyze weather effects. </a:t>
            </a:r>
          </a:p>
          <a:p>
            <a:r>
              <a:rPr lang="en-US" sz="2400" dirty="0"/>
              <a:t>Compare road types. </a:t>
            </a:r>
          </a:p>
          <a:p>
            <a:r>
              <a:rPr lang="en-US" sz="2400" dirty="0"/>
              <a:t>Understand accident severity. </a:t>
            </a:r>
          </a:p>
          <a:p>
            <a:r>
              <a:rPr lang="en-US" sz="2400" dirty="0"/>
              <a:t>Suggest methods to reduce accidents.</a:t>
            </a:r>
          </a:p>
          <a:p>
            <a:endParaRPr lang="en-US" dirty="0"/>
          </a:p>
        </p:txBody>
      </p:sp>
    </p:spTree>
    <p:extLst>
      <p:ext uri="{BB962C8B-B14F-4D97-AF65-F5344CB8AC3E}">
        <p14:creationId xmlns:p14="http://schemas.microsoft.com/office/powerpoint/2010/main" val="1217134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0E39C-9247-6277-87B7-BF157411BF86}"/>
              </a:ext>
            </a:extLst>
          </p:cNvPr>
          <p:cNvSpPr>
            <a:spLocks noGrp="1"/>
          </p:cNvSpPr>
          <p:nvPr>
            <p:ph type="title"/>
          </p:nvPr>
        </p:nvSpPr>
        <p:spPr/>
        <p:txBody>
          <a:bodyPr/>
          <a:lstStyle/>
          <a:p>
            <a:r>
              <a:rPr lang="en-US" dirty="0"/>
              <a:t>DATASET OVERVIEW</a:t>
            </a:r>
          </a:p>
        </p:txBody>
      </p:sp>
      <p:sp>
        <p:nvSpPr>
          <p:cNvPr id="3" name="Content Placeholder 2">
            <a:extLst>
              <a:ext uri="{FF2B5EF4-FFF2-40B4-BE49-F238E27FC236}">
                <a16:creationId xmlns:a16="http://schemas.microsoft.com/office/drawing/2014/main" id="{6C824333-9FA7-E9B9-163E-F6A1A0567D73}"/>
              </a:ext>
            </a:extLst>
          </p:cNvPr>
          <p:cNvSpPr>
            <a:spLocks noGrp="1"/>
          </p:cNvSpPr>
          <p:nvPr>
            <p:ph idx="1"/>
          </p:nvPr>
        </p:nvSpPr>
        <p:spPr>
          <a:xfrm>
            <a:off x="677334" y="2014142"/>
            <a:ext cx="10480996" cy="5380382"/>
          </a:xfrm>
        </p:spPr>
        <p:txBody>
          <a:bodyPr>
            <a:normAutofit/>
          </a:bodyPr>
          <a:lstStyle/>
          <a:p>
            <a:r>
              <a:rPr lang="en-US" sz="1600" dirty="0"/>
              <a:t>Total Records: </a:t>
            </a:r>
            <a:r>
              <a:rPr lang="en-US" sz="1600" b="1" dirty="0"/>
              <a:t>1700                           </a:t>
            </a:r>
          </a:p>
          <a:p>
            <a:r>
              <a:rPr lang="en-US" sz="1600" dirty="0"/>
              <a:t> Total Columns: </a:t>
            </a:r>
            <a:r>
              <a:rPr lang="en-US" sz="1600" b="1" dirty="0"/>
              <a:t>15</a:t>
            </a:r>
            <a:r>
              <a:rPr lang="en-US" sz="1600" dirty="0"/>
              <a:t> </a:t>
            </a:r>
          </a:p>
          <a:p>
            <a:r>
              <a:rPr lang="en-US" sz="1600" dirty="0"/>
              <a:t>States Covered: </a:t>
            </a:r>
            <a:r>
              <a:rPr lang="en-US" sz="1600" b="1" dirty="0"/>
              <a:t>28</a:t>
            </a:r>
          </a:p>
          <a:p>
            <a:r>
              <a:rPr lang="en-US" sz="1600" dirty="0"/>
              <a:t> Year: </a:t>
            </a:r>
            <a:r>
              <a:rPr lang="en-US" sz="1600" b="1" dirty="0"/>
              <a:t>2024</a:t>
            </a:r>
          </a:p>
          <a:p>
            <a:r>
              <a:rPr lang="en-US" sz="1600" b="1" dirty="0"/>
              <a:t>Total Fatalities (Deaths):</a:t>
            </a:r>
            <a:r>
              <a:rPr lang="en-US" sz="1600" dirty="0"/>
              <a:t> </a:t>
            </a:r>
            <a:r>
              <a:rPr lang="en-US" sz="1600" b="1" dirty="0"/>
              <a:t>746</a:t>
            </a:r>
          </a:p>
          <a:p>
            <a:r>
              <a:rPr lang="en-US" sz="1600" dirty="0"/>
              <a:t> </a:t>
            </a:r>
            <a:r>
              <a:rPr lang="en-US" sz="1600" b="1" dirty="0"/>
              <a:t>Total Injuries:</a:t>
            </a:r>
            <a:r>
              <a:rPr lang="en-US" sz="1600" dirty="0"/>
              <a:t> </a:t>
            </a:r>
            <a:r>
              <a:rPr lang="en-US" sz="1600" b="1" dirty="0"/>
              <a:t>3,766</a:t>
            </a:r>
          </a:p>
          <a:p>
            <a:endParaRPr lang="en-US" b="1" dirty="0"/>
          </a:p>
          <a:p>
            <a:endParaRPr lang="en-US" b="1" dirty="0"/>
          </a:p>
          <a:p>
            <a:endParaRPr lang="en-US" dirty="0"/>
          </a:p>
        </p:txBody>
      </p:sp>
      <p:sp>
        <p:nvSpPr>
          <p:cNvPr id="7" name="TextBox 6">
            <a:extLst>
              <a:ext uri="{FF2B5EF4-FFF2-40B4-BE49-F238E27FC236}">
                <a16:creationId xmlns:a16="http://schemas.microsoft.com/office/drawing/2014/main" id="{6D27CD52-B9D5-C72F-2BFC-CAEC115A8E4D}"/>
              </a:ext>
            </a:extLst>
          </p:cNvPr>
          <p:cNvSpPr txBox="1"/>
          <p:nvPr/>
        </p:nvSpPr>
        <p:spPr>
          <a:xfrm>
            <a:off x="4280452" y="1285460"/>
            <a:ext cx="6493565" cy="4678204"/>
          </a:xfrm>
          <a:prstGeom prst="rect">
            <a:avLst/>
          </a:prstGeom>
          <a:noFill/>
        </p:spPr>
        <p:txBody>
          <a:bodyPr wrap="square" rtlCol="0">
            <a:spAutoFit/>
          </a:bodyPr>
          <a:lstStyle/>
          <a:p>
            <a:r>
              <a:rPr lang="en-US" sz="2800" b="1" dirty="0"/>
              <a:t>:Attributes</a:t>
            </a:r>
          </a:p>
          <a:p>
            <a:endParaRPr lang="en-US" b="1" dirty="0"/>
          </a:p>
          <a:p>
            <a:r>
              <a:rPr lang="en-US" dirty="0"/>
              <a:t>-Accident ID </a:t>
            </a:r>
          </a:p>
          <a:p>
            <a:r>
              <a:rPr lang="en-US" dirty="0"/>
              <a:t>-Date </a:t>
            </a:r>
          </a:p>
          <a:p>
            <a:r>
              <a:rPr lang="en-US" dirty="0"/>
              <a:t>-Time </a:t>
            </a:r>
          </a:p>
          <a:p>
            <a:r>
              <a:rPr lang="en-US" dirty="0"/>
              <a:t>-State </a:t>
            </a:r>
          </a:p>
          <a:p>
            <a:r>
              <a:rPr lang="en-US" dirty="0"/>
              <a:t>-City </a:t>
            </a:r>
          </a:p>
          <a:p>
            <a:r>
              <a:rPr lang="en-US" dirty="0"/>
              <a:t>-Road Type </a:t>
            </a:r>
          </a:p>
          <a:p>
            <a:r>
              <a:rPr lang="en-US" dirty="0"/>
              <a:t>-Weather </a:t>
            </a:r>
          </a:p>
          <a:p>
            <a:r>
              <a:rPr lang="en-US" dirty="0"/>
              <a:t>-Lighting Condition </a:t>
            </a:r>
          </a:p>
          <a:p>
            <a:r>
              <a:rPr lang="en-US" dirty="0"/>
              <a:t>-Primary Cause </a:t>
            </a:r>
          </a:p>
          <a:p>
            <a:r>
              <a:rPr lang="en-US" dirty="0"/>
              <a:t>-Vehicle Type </a:t>
            </a:r>
          </a:p>
          <a:p>
            <a:r>
              <a:rPr lang="en-US" dirty="0"/>
              <a:t>-Severity </a:t>
            </a:r>
          </a:p>
          <a:p>
            <a:r>
              <a:rPr lang="en-US" dirty="0"/>
              <a:t>-Fatalities </a:t>
            </a:r>
          </a:p>
          <a:p>
            <a:r>
              <a:rPr lang="en-US" dirty="0"/>
              <a:t>-Injuries</a:t>
            </a:r>
          </a:p>
          <a:p>
            <a:endParaRPr lang="en-US" dirty="0"/>
          </a:p>
        </p:txBody>
      </p:sp>
    </p:spTree>
    <p:extLst>
      <p:ext uri="{BB962C8B-B14F-4D97-AF65-F5344CB8AC3E}">
        <p14:creationId xmlns:p14="http://schemas.microsoft.com/office/powerpoint/2010/main" val="1555855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8F05-0C22-BD81-A60B-BE9368B7AA10}"/>
              </a:ext>
            </a:extLst>
          </p:cNvPr>
          <p:cNvSpPr>
            <a:spLocks noGrp="1"/>
          </p:cNvSpPr>
          <p:nvPr>
            <p:ph type="title"/>
          </p:nvPr>
        </p:nvSpPr>
        <p:spPr/>
        <p:txBody>
          <a:bodyPr/>
          <a:lstStyle/>
          <a:p>
            <a:r>
              <a:rPr lang="en-US" dirty="0"/>
              <a:t>Accident Distribution by State</a:t>
            </a:r>
          </a:p>
        </p:txBody>
      </p:sp>
      <p:pic>
        <p:nvPicPr>
          <p:cNvPr id="5" name="Content Placeholder 4">
            <a:extLst>
              <a:ext uri="{FF2B5EF4-FFF2-40B4-BE49-F238E27FC236}">
                <a16:creationId xmlns:a16="http://schemas.microsoft.com/office/drawing/2014/main" id="{E29B4FD9-5C6E-78D4-2A23-91CDE29255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3" y="1660571"/>
            <a:ext cx="3884272" cy="4740229"/>
          </a:xfrm>
          <a:prstGeom prst="rect">
            <a:avLst/>
          </a:prstGeom>
        </p:spPr>
      </p:pic>
      <p:graphicFrame>
        <p:nvGraphicFramePr>
          <p:cNvPr id="6" name="Diagram 5">
            <a:extLst>
              <a:ext uri="{FF2B5EF4-FFF2-40B4-BE49-F238E27FC236}">
                <a16:creationId xmlns:a16="http://schemas.microsoft.com/office/drawing/2014/main" id="{8D4C869F-5C7F-7DC3-6DDE-4D286B69D84D}"/>
              </a:ext>
            </a:extLst>
          </p:cNvPr>
          <p:cNvGraphicFramePr/>
          <p:nvPr>
            <p:extLst>
              <p:ext uri="{D42A27DB-BD31-4B8C-83A1-F6EECF244321}">
                <p14:modId xmlns:p14="http://schemas.microsoft.com/office/powerpoint/2010/main" val="901516349"/>
              </p:ext>
            </p:extLst>
          </p:nvPr>
        </p:nvGraphicFramePr>
        <p:xfrm>
          <a:off x="4823790" y="1660571"/>
          <a:ext cx="5839791" cy="45878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08275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CAD4-778F-729E-C6C9-7A7A08C78B6F}"/>
              </a:ext>
            </a:extLst>
          </p:cNvPr>
          <p:cNvSpPr>
            <a:spLocks noGrp="1"/>
          </p:cNvSpPr>
          <p:nvPr>
            <p:ph type="title"/>
          </p:nvPr>
        </p:nvSpPr>
        <p:spPr>
          <a:xfrm>
            <a:off x="650830" y="543339"/>
            <a:ext cx="8596668" cy="1320800"/>
          </a:xfrm>
        </p:spPr>
        <p:txBody>
          <a:bodyPr/>
          <a:lstStyle/>
          <a:p>
            <a:r>
              <a:rPr lang="en-US" dirty="0"/>
              <a:t>Count of Accidents by Vehicle Type</a:t>
            </a:r>
          </a:p>
        </p:txBody>
      </p:sp>
      <p:pic>
        <p:nvPicPr>
          <p:cNvPr id="5" name="Content Placeholder 4">
            <a:extLst>
              <a:ext uri="{FF2B5EF4-FFF2-40B4-BE49-F238E27FC236}">
                <a16:creationId xmlns:a16="http://schemas.microsoft.com/office/drawing/2014/main" id="{A6927B43-9AB3-35D8-75A9-2D98679F3D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591" y="1563758"/>
            <a:ext cx="4884978" cy="5042096"/>
          </a:xfrm>
          <a:prstGeom prst="rect">
            <a:avLst/>
          </a:prstGeom>
        </p:spPr>
      </p:pic>
      <p:graphicFrame>
        <p:nvGraphicFramePr>
          <p:cNvPr id="6" name="Diagram 5">
            <a:extLst>
              <a:ext uri="{FF2B5EF4-FFF2-40B4-BE49-F238E27FC236}">
                <a16:creationId xmlns:a16="http://schemas.microsoft.com/office/drawing/2014/main" id="{94F70B03-5D34-9FE4-0986-10E748BD7A6E}"/>
              </a:ext>
            </a:extLst>
          </p:cNvPr>
          <p:cNvGraphicFramePr/>
          <p:nvPr>
            <p:extLst>
              <p:ext uri="{D42A27DB-BD31-4B8C-83A1-F6EECF244321}">
                <p14:modId xmlns:p14="http://schemas.microsoft.com/office/powerpoint/2010/main" val="41352588"/>
              </p:ext>
            </p:extLst>
          </p:nvPr>
        </p:nvGraphicFramePr>
        <p:xfrm>
          <a:off x="5231569" y="1563758"/>
          <a:ext cx="6250609" cy="5157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008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9EB34-075F-03BB-0D51-D44ADA40FFA4}"/>
              </a:ext>
            </a:extLst>
          </p:cNvPr>
          <p:cNvSpPr>
            <a:spLocks noGrp="1"/>
          </p:cNvSpPr>
          <p:nvPr>
            <p:ph type="title"/>
          </p:nvPr>
        </p:nvSpPr>
        <p:spPr/>
        <p:txBody>
          <a:bodyPr/>
          <a:lstStyle/>
          <a:p>
            <a:r>
              <a:rPr lang="en-US" dirty="0"/>
              <a:t>Sum of Fatalities by Road Type</a:t>
            </a:r>
          </a:p>
        </p:txBody>
      </p:sp>
      <p:pic>
        <p:nvPicPr>
          <p:cNvPr id="5" name="Content Placeholder 4">
            <a:extLst>
              <a:ext uri="{FF2B5EF4-FFF2-40B4-BE49-F238E27FC236}">
                <a16:creationId xmlns:a16="http://schemas.microsoft.com/office/drawing/2014/main" id="{E4C165B7-9537-F509-3B47-762CD4B734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930400"/>
            <a:ext cx="5060857" cy="4583043"/>
          </a:xfrm>
          <a:prstGeom prst="rect">
            <a:avLst/>
          </a:prstGeom>
        </p:spPr>
      </p:pic>
      <p:graphicFrame>
        <p:nvGraphicFramePr>
          <p:cNvPr id="6" name="Diagram 5">
            <a:extLst>
              <a:ext uri="{FF2B5EF4-FFF2-40B4-BE49-F238E27FC236}">
                <a16:creationId xmlns:a16="http://schemas.microsoft.com/office/drawing/2014/main" id="{012A334C-B7A4-34E2-D83F-C1EC6DE4498B}"/>
              </a:ext>
            </a:extLst>
          </p:cNvPr>
          <p:cNvGraphicFramePr/>
          <p:nvPr>
            <p:extLst>
              <p:ext uri="{D42A27DB-BD31-4B8C-83A1-F6EECF244321}">
                <p14:modId xmlns:p14="http://schemas.microsoft.com/office/powerpoint/2010/main" val="465236066"/>
              </p:ext>
            </p:extLst>
          </p:nvPr>
        </p:nvGraphicFramePr>
        <p:xfrm>
          <a:off x="6096000" y="1930400"/>
          <a:ext cx="5724940" cy="45830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955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157A7-E546-4669-BC0D-0B2B7FC9CBCA}"/>
              </a:ext>
            </a:extLst>
          </p:cNvPr>
          <p:cNvSpPr>
            <a:spLocks noGrp="1"/>
          </p:cNvSpPr>
          <p:nvPr>
            <p:ph type="title"/>
          </p:nvPr>
        </p:nvSpPr>
        <p:spPr/>
        <p:txBody>
          <a:bodyPr/>
          <a:lstStyle/>
          <a:p>
            <a:r>
              <a:rPr lang="en-US" dirty="0"/>
              <a:t>Sum of Fatalities by Lighting Condition</a:t>
            </a:r>
          </a:p>
        </p:txBody>
      </p:sp>
      <p:pic>
        <p:nvPicPr>
          <p:cNvPr id="5" name="Content Placeholder 4">
            <a:extLst>
              <a:ext uri="{FF2B5EF4-FFF2-40B4-BE49-F238E27FC236}">
                <a16:creationId xmlns:a16="http://schemas.microsoft.com/office/drawing/2014/main" id="{56AB27D5-C6FB-EE7A-5173-FA158FA6D8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198263"/>
            <a:ext cx="4495659" cy="4427126"/>
          </a:xfrm>
          <a:prstGeom prst="rect">
            <a:avLst/>
          </a:prstGeom>
        </p:spPr>
      </p:pic>
      <p:graphicFrame>
        <p:nvGraphicFramePr>
          <p:cNvPr id="6" name="Diagram 5">
            <a:extLst>
              <a:ext uri="{FF2B5EF4-FFF2-40B4-BE49-F238E27FC236}">
                <a16:creationId xmlns:a16="http://schemas.microsoft.com/office/drawing/2014/main" id="{08D0ABAC-871D-B9EE-E255-30CEE3B937C3}"/>
              </a:ext>
            </a:extLst>
          </p:cNvPr>
          <p:cNvGraphicFramePr/>
          <p:nvPr>
            <p:extLst>
              <p:ext uri="{D42A27DB-BD31-4B8C-83A1-F6EECF244321}">
                <p14:modId xmlns:p14="http://schemas.microsoft.com/office/powerpoint/2010/main" val="1824081761"/>
              </p:ext>
            </p:extLst>
          </p:nvPr>
        </p:nvGraphicFramePr>
        <p:xfrm>
          <a:off x="5897217" y="2198263"/>
          <a:ext cx="4965147" cy="44271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3596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4756-0C94-84EC-C0F0-1F643C5987F6}"/>
              </a:ext>
            </a:extLst>
          </p:cNvPr>
          <p:cNvSpPr>
            <a:spLocks noGrp="1"/>
          </p:cNvSpPr>
          <p:nvPr>
            <p:ph type="title"/>
          </p:nvPr>
        </p:nvSpPr>
        <p:spPr/>
        <p:txBody>
          <a:bodyPr/>
          <a:lstStyle/>
          <a:p>
            <a:r>
              <a:rPr lang="en-US" dirty="0"/>
              <a:t>Sum of Fatalities by Weather Condition</a:t>
            </a:r>
          </a:p>
        </p:txBody>
      </p:sp>
      <p:pic>
        <p:nvPicPr>
          <p:cNvPr id="5" name="Content Placeholder 4">
            <a:extLst>
              <a:ext uri="{FF2B5EF4-FFF2-40B4-BE49-F238E27FC236}">
                <a16:creationId xmlns:a16="http://schemas.microsoft.com/office/drawing/2014/main" id="{F9FAD76B-A849-3FC5-22A4-2128A695CC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127129"/>
            <a:ext cx="4543376" cy="4529311"/>
          </a:xfrm>
          <a:prstGeom prst="rect">
            <a:avLst/>
          </a:prstGeom>
        </p:spPr>
      </p:pic>
      <p:graphicFrame>
        <p:nvGraphicFramePr>
          <p:cNvPr id="8" name="Diagram 7">
            <a:extLst>
              <a:ext uri="{FF2B5EF4-FFF2-40B4-BE49-F238E27FC236}">
                <a16:creationId xmlns:a16="http://schemas.microsoft.com/office/drawing/2014/main" id="{7A636EC1-BE0C-014A-9E0A-31872882EE5A}"/>
              </a:ext>
            </a:extLst>
          </p:cNvPr>
          <p:cNvGraphicFramePr/>
          <p:nvPr>
            <p:extLst>
              <p:ext uri="{D42A27DB-BD31-4B8C-83A1-F6EECF244321}">
                <p14:modId xmlns:p14="http://schemas.microsoft.com/office/powerpoint/2010/main" val="208700752"/>
              </p:ext>
            </p:extLst>
          </p:nvPr>
        </p:nvGraphicFramePr>
        <p:xfrm>
          <a:off x="6322142" y="2520420"/>
          <a:ext cx="4860413" cy="45293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9917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FDBB-E333-9900-A396-0370E0B9CCB7}"/>
              </a:ext>
            </a:extLst>
          </p:cNvPr>
          <p:cNvSpPr>
            <a:spLocks noGrp="1"/>
          </p:cNvSpPr>
          <p:nvPr>
            <p:ph type="title"/>
          </p:nvPr>
        </p:nvSpPr>
        <p:spPr/>
        <p:txBody>
          <a:bodyPr>
            <a:normAutofit fontScale="90000"/>
          </a:bodyPr>
          <a:lstStyle/>
          <a:p>
            <a:r>
              <a:rPr lang="en-US" b="1" dirty="0"/>
              <a:t>"Why are fatalities highest during clear weather instead of rainy weather?"</a:t>
            </a:r>
            <a:br>
              <a:rPr lang="en-US" dirty="0"/>
            </a:br>
            <a:endParaRPr lang="en-US" dirty="0"/>
          </a:p>
        </p:txBody>
      </p:sp>
      <p:sp>
        <p:nvSpPr>
          <p:cNvPr id="3" name="Content Placeholder 2">
            <a:extLst>
              <a:ext uri="{FF2B5EF4-FFF2-40B4-BE49-F238E27FC236}">
                <a16:creationId xmlns:a16="http://schemas.microsoft.com/office/drawing/2014/main" id="{447DFD44-AB6D-7B42-F4A8-3644C6016F31}"/>
              </a:ext>
            </a:extLst>
          </p:cNvPr>
          <p:cNvSpPr>
            <a:spLocks noGrp="1"/>
          </p:cNvSpPr>
          <p:nvPr>
            <p:ph idx="1"/>
          </p:nvPr>
        </p:nvSpPr>
        <p:spPr/>
        <p:txBody>
          <a:bodyPr/>
          <a:lstStyle/>
          <a:p>
            <a:r>
              <a:rPr lang="en-US" dirty="0"/>
              <a:t>"</a:t>
            </a:r>
            <a:r>
              <a:rPr lang="en-US" sz="2800" dirty="0"/>
              <a:t>Clear weather encourages more people to travel and drivers often drive at higher speeds. Higher traffic volume and </a:t>
            </a:r>
            <a:r>
              <a:rPr lang="en-US" sz="2800" dirty="0" err="1"/>
              <a:t>overspeeding</a:t>
            </a:r>
            <a:r>
              <a:rPr lang="en-US" sz="2800" dirty="0"/>
              <a:t> result in more fatal accidents. During rainy or foggy conditions, people generally drive more cautiously and traffic volume is lower, reducing the total number of fatal crashes."</a:t>
            </a:r>
          </a:p>
        </p:txBody>
      </p:sp>
    </p:spTree>
    <p:extLst>
      <p:ext uri="{BB962C8B-B14F-4D97-AF65-F5344CB8AC3E}">
        <p14:creationId xmlns:p14="http://schemas.microsoft.com/office/powerpoint/2010/main" val="4137163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2528-81D5-79F3-F745-83145E5ED292}"/>
              </a:ext>
            </a:extLst>
          </p:cNvPr>
          <p:cNvSpPr>
            <a:spLocks noGrp="1"/>
          </p:cNvSpPr>
          <p:nvPr>
            <p:ph type="title"/>
          </p:nvPr>
        </p:nvSpPr>
        <p:spPr/>
        <p:txBody>
          <a:bodyPr/>
          <a:lstStyle/>
          <a:p>
            <a:r>
              <a:rPr lang="en-US" dirty="0"/>
              <a:t>Sum of Fatalities by Primary Cause</a:t>
            </a:r>
          </a:p>
        </p:txBody>
      </p:sp>
      <p:pic>
        <p:nvPicPr>
          <p:cNvPr id="5" name="Content Placeholder 4">
            <a:extLst>
              <a:ext uri="{FF2B5EF4-FFF2-40B4-BE49-F238E27FC236}">
                <a16:creationId xmlns:a16="http://schemas.microsoft.com/office/drawing/2014/main" id="{72E58CDF-B273-C8E9-D50E-A9450152C0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417707"/>
            <a:ext cx="4725580" cy="5208380"/>
          </a:xfrm>
          <a:prstGeom prst="rect">
            <a:avLst/>
          </a:prstGeom>
        </p:spPr>
      </p:pic>
      <p:graphicFrame>
        <p:nvGraphicFramePr>
          <p:cNvPr id="6" name="Diagram 5">
            <a:extLst>
              <a:ext uri="{FF2B5EF4-FFF2-40B4-BE49-F238E27FC236}">
                <a16:creationId xmlns:a16="http://schemas.microsoft.com/office/drawing/2014/main" id="{8E8B13DB-7870-9A3D-607B-5D46E5F31A81}"/>
              </a:ext>
            </a:extLst>
          </p:cNvPr>
          <p:cNvGraphicFramePr/>
          <p:nvPr>
            <p:extLst>
              <p:ext uri="{D42A27DB-BD31-4B8C-83A1-F6EECF244321}">
                <p14:modId xmlns:p14="http://schemas.microsoft.com/office/powerpoint/2010/main" val="1817262588"/>
              </p:ext>
            </p:extLst>
          </p:nvPr>
        </p:nvGraphicFramePr>
        <p:xfrm>
          <a:off x="6096000" y="1417707"/>
          <a:ext cx="4925391" cy="52083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098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1EF39-1A65-ED00-F817-A8967B298F7F}"/>
              </a:ext>
            </a:extLst>
          </p:cNvPr>
          <p:cNvSpPr>
            <a:spLocks noGrp="1"/>
          </p:cNvSpPr>
          <p:nvPr>
            <p:ph type="title"/>
          </p:nvPr>
        </p:nvSpPr>
        <p:spPr/>
        <p:txBody>
          <a:bodyPr/>
          <a:lstStyle/>
          <a:p>
            <a:r>
              <a:rPr lang="en-US" b="1" dirty="0"/>
              <a:t>Major Findings</a:t>
            </a:r>
            <a:br>
              <a:rPr lang="en-US" b="1" dirty="0"/>
            </a:br>
            <a:endParaRPr lang="en-US" dirty="0"/>
          </a:p>
        </p:txBody>
      </p:sp>
      <p:sp>
        <p:nvSpPr>
          <p:cNvPr id="3" name="Content Placeholder 2">
            <a:extLst>
              <a:ext uri="{FF2B5EF4-FFF2-40B4-BE49-F238E27FC236}">
                <a16:creationId xmlns:a16="http://schemas.microsoft.com/office/drawing/2014/main" id="{80881626-01D7-1C04-1D80-4C8F0FA6131B}"/>
              </a:ext>
            </a:extLst>
          </p:cNvPr>
          <p:cNvSpPr>
            <a:spLocks noGrp="1"/>
          </p:cNvSpPr>
          <p:nvPr>
            <p:ph idx="1"/>
          </p:nvPr>
        </p:nvSpPr>
        <p:spPr>
          <a:xfrm>
            <a:off x="677334" y="2160589"/>
            <a:ext cx="9102770" cy="4412489"/>
          </a:xfrm>
        </p:spPr>
        <p:txBody>
          <a:bodyPr/>
          <a:lstStyle/>
          <a:p>
            <a:r>
              <a:rPr lang="en-US" sz="2400" dirty="0" err="1"/>
              <a:t>Overspeeding</a:t>
            </a:r>
            <a:r>
              <a:rPr lang="en-US" sz="2400" dirty="0"/>
              <a:t> is the leading cause of fatal road accidents. </a:t>
            </a:r>
          </a:p>
          <a:p>
            <a:r>
              <a:rPr lang="en-US" sz="2400" dirty="0"/>
              <a:t>Most fatalities occur during clear weather and daylight due to higher traffic volume. </a:t>
            </a:r>
          </a:p>
          <a:p>
            <a:r>
              <a:rPr lang="en-US" sz="2400" dirty="0"/>
              <a:t>National Highways record the highest number of fatalities because of high-speed travel. </a:t>
            </a:r>
          </a:p>
          <a:p>
            <a:r>
              <a:rPr lang="en-US" sz="2400" dirty="0"/>
              <a:t>Two-wheelers are involved in the largest share of accidents. </a:t>
            </a:r>
          </a:p>
          <a:p>
            <a:r>
              <a:rPr lang="en-US" sz="2400" dirty="0"/>
              <a:t>Accident counts vary across states, indicating the need for region-specific road safety strategies.</a:t>
            </a:r>
          </a:p>
          <a:p>
            <a:endParaRPr lang="en-US" dirty="0"/>
          </a:p>
        </p:txBody>
      </p:sp>
    </p:spTree>
    <p:extLst>
      <p:ext uri="{BB962C8B-B14F-4D97-AF65-F5344CB8AC3E}">
        <p14:creationId xmlns:p14="http://schemas.microsoft.com/office/powerpoint/2010/main" val="554695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CB82-975F-D8E8-BB5C-C35E532B2F58}"/>
              </a:ext>
            </a:extLst>
          </p:cNvPr>
          <p:cNvSpPr>
            <a:spLocks noGrp="1"/>
          </p:cNvSpPr>
          <p:nvPr>
            <p:ph type="title"/>
          </p:nvPr>
        </p:nvSpPr>
        <p:spPr/>
        <p:txBody>
          <a:bodyPr/>
          <a:lstStyle/>
          <a:p>
            <a:r>
              <a:rPr lang="en-US" dirty="0"/>
              <a:t>CONCLUTION</a:t>
            </a:r>
          </a:p>
        </p:txBody>
      </p:sp>
      <p:sp>
        <p:nvSpPr>
          <p:cNvPr id="3" name="Content Placeholder 2">
            <a:extLst>
              <a:ext uri="{FF2B5EF4-FFF2-40B4-BE49-F238E27FC236}">
                <a16:creationId xmlns:a16="http://schemas.microsoft.com/office/drawing/2014/main" id="{84F52765-A5A3-8D9A-3BD9-0119C66C3E54}"/>
              </a:ext>
            </a:extLst>
          </p:cNvPr>
          <p:cNvSpPr>
            <a:spLocks noGrp="1"/>
          </p:cNvSpPr>
          <p:nvPr>
            <p:ph idx="1"/>
          </p:nvPr>
        </p:nvSpPr>
        <p:spPr>
          <a:xfrm>
            <a:off x="677334" y="1484243"/>
            <a:ext cx="9964162" cy="5088835"/>
          </a:xfrm>
        </p:spPr>
        <p:txBody>
          <a:bodyPr>
            <a:normAutofit/>
          </a:bodyPr>
          <a:lstStyle/>
          <a:p>
            <a:r>
              <a:rPr lang="en-US" dirty="0"/>
              <a:t>The analysis shows that road accidents are largely caused by human behavior and traffic density. By implementing stricter enforcement, improving infrastructure, and increasing public awareness, accident rates and fatalities can be significantly reduced.</a:t>
            </a:r>
          </a:p>
          <a:p>
            <a:r>
              <a:rPr lang="en-US" dirty="0"/>
              <a:t>The analysis of the road accident dataset across 28 Indian states provides valuable insights into the factors contributing to road accidents and fatalities. The study shows that </a:t>
            </a:r>
            <a:r>
              <a:rPr lang="en-US" b="1" dirty="0" err="1"/>
              <a:t>overspeeding</a:t>
            </a:r>
            <a:r>
              <a:rPr lang="en-US" b="1" dirty="0"/>
              <a:t> is the leading cause of fatal accidents</a:t>
            </a:r>
            <a:r>
              <a:rPr lang="en-US" dirty="0"/>
              <a:t>, highlighting the need for stricter enforcement of speed limits and responsible driving practices.</a:t>
            </a:r>
          </a:p>
          <a:p>
            <a:r>
              <a:rPr lang="en-US" dirty="0"/>
              <a:t>The analysis also reveals that </a:t>
            </a:r>
            <a:r>
              <a:rPr lang="en-US" b="1" dirty="0"/>
              <a:t>National Highways experience the highest number of fatalities</a:t>
            </a:r>
            <a:r>
              <a:rPr lang="en-US" dirty="0"/>
              <a:t> due to high vehicle speeds and heavy traffic movement. Furthermore, </a:t>
            </a:r>
            <a:r>
              <a:rPr lang="en-US" b="1" dirty="0"/>
              <a:t>two-wheelers are involved in the largest number of accidents</a:t>
            </a:r>
            <a:r>
              <a:rPr lang="en-US" dirty="0"/>
              <a:t>, indicating the importance of helmet usage, rider awareness, and adherence to traffic rules.</a:t>
            </a:r>
          </a:p>
          <a:p>
            <a:r>
              <a:rPr lang="en-US" dirty="0"/>
              <a:t>Interestingly, the data shows that </a:t>
            </a:r>
            <a:r>
              <a:rPr lang="en-US" b="1" dirty="0"/>
              <a:t>most fatalities occur during clear weather and daylight conditions</a:t>
            </a:r>
            <a:r>
              <a:rPr lang="en-US" dirty="0"/>
              <a:t>. This suggests that increased traffic volume and driver negligence, rather than poor weather alone, play a major role in serious accidents. Human factors such as speeding, distracted driving, and drunk driving remain the primary reasons behind road accidents.</a:t>
            </a:r>
          </a:p>
        </p:txBody>
      </p:sp>
    </p:spTree>
    <p:extLst>
      <p:ext uri="{BB962C8B-B14F-4D97-AF65-F5344CB8AC3E}">
        <p14:creationId xmlns:p14="http://schemas.microsoft.com/office/powerpoint/2010/main" val="30737073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42</TotalTime>
  <Words>698</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INDIA ROAD ACCIDENT  ANALYS REPORT </vt:lpstr>
      <vt:lpstr>OBJECTIVES</vt:lpstr>
      <vt:lpstr>DATASET OVERVIEW</vt:lpstr>
      <vt:lpstr>Accident Distribution by State</vt:lpstr>
      <vt:lpstr>Count of Accidents by Vehicle Type</vt:lpstr>
      <vt:lpstr>Sum of Fatalities by Road Type</vt:lpstr>
      <vt:lpstr>Sum of Fatalities by Lighting Condition</vt:lpstr>
      <vt:lpstr>Sum of Fatalities by Weather Condition</vt:lpstr>
      <vt:lpstr>"Why are fatalities highest during clear weather instead of rainy weather?" </vt:lpstr>
      <vt:lpstr>Sum of Fatalities by Primary Cause</vt:lpstr>
      <vt:lpstr>Major Findings </vt:lpstr>
      <vt:lpstr>CONCLUTION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dheeraj kumar</dc:creator>
  <cp:lastModifiedBy>dheeraj kumar</cp:lastModifiedBy>
  <cp:revision>1</cp:revision>
  <dcterms:created xsi:type="dcterms:W3CDTF">2026-07-03T05:32:49Z</dcterms:created>
  <dcterms:modified xsi:type="dcterms:W3CDTF">2026-07-03T06:15:44Z</dcterms:modified>
</cp:coreProperties>
</file>